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9.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2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slideLayouts/slideLayout22.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28.xml" ContentType="application/vnd.openxmlformats-officedocument.presentationml.slideLayout+xml"/>
  <Override PartName="/ppt/slideLayouts/slideLayout6.xml" ContentType="application/vnd.openxmlformats-officedocument.presentationml.slideLayout+xml"/>
  <Override PartName="/ppt/slideLayouts/slideLayout30.xml" ContentType="application/vnd.openxmlformats-officedocument.presentationml.slideLayout+xml"/>
  <Override PartName="/ppt/slideLayouts/slideLayout11.xml" ContentType="application/vnd.openxmlformats-officedocument.presentationml.slideLayout+xml"/>
  <Override PartName="/ppt/slideLayouts/slideLayout29.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_rels/slideLayout20.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1.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Layouts/_rels/slideLayout2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27.xml.rels" ContentType="application/vnd.openxmlformats-package.relationships+xml"/>
  <Override PartName="/ppt/slideLayouts/_rels/slideLayout26.xml.rels" ContentType="application/vnd.openxmlformats-package.relationships+xml"/>
  <Override PartName="/ppt/slideLayouts/_rels/slideLayout25.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6.xml.rels" ContentType="application/vnd.openxmlformats-package.relationships+xml"/>
  <Override PartName="/ppt/slideLayouts/_rels/slideLayout14.xml.rels" ContentType="application/vnd.openxmlformats-package.relationships+xml"/>
  <Override PartName="/ppt/slideLayouts/_rels/slideLayout7.xml.rels" ContentType="application/vnd.openxmlformats-package.relationships+xml"/>
  <Override PartName="/ppt/slideLayouts/_rels/slideLayout15.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slideLayout21.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76" r:id="rId4"/>
    <p:sldMasterId id="2147483680" r:id="rId5"/>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29.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tBDfr" TargetMode="Externa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tBDfr" TargetMode="Externa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6" name="PlaceHolder 1"/>
          <p:cNvSpPr>
            <a:spLocks noGrp="1"/>
          </p:cNvSpPr>
          <p:nvPr>
            <p:ph type="title"/>
          </p:nvPr>
        </p:nvSpPr>
        <p:spPr>
          <a:xfrm>
            <a:off x="720000" y="535320"/>
            <a:ext cx="7703640" cy="813960"/>
          </a:xfrm>
          <a:prstGeom prst="rect">
            <a:avLst/>
          </a:prstGeom>
          <a:noFill/>
          <a:ln w="0">
            <a:noFill/>
          </a:ln>
        </p:spPr>
        <p:txBody>
          <a:bodyPr lIns="0" rIns="0" tIns="0" bIns="0" anchor="ctr">
            <a:spAutoFit/>
          </a:bodyPr>
          <a:p>
            <a:pPr indent="0">
              <a:buNone/>
            </a:pPr>
            <a:endParaRPr b="0" lang="fr-FR" sz="1800" strike="noStrike" u="none">
              <a:solidFill>
                <a:schemeClr val="dk1"/>
              </a:solidFill>
              <a:effectLst/>
              <a:uFillTx/>
              <a:latin typeface="Arial"/>
            </a:endParaRPr>
          </a:p>
        </p:txBody>
      </p:sp>
      <p:sp>
        <p:nvSpPr>
          <p:cNvPr id="57" name="PlaceHolder 2"/>
          <p:cNvSpPr>
            <a:spLocks noGrp="1"/>
          </p:cNvSpPr>
          <p:nvPr>
            <p:ph type="subTitle"/>
          </p:nvPr>
        </p:nvSpPr>
        <p:spPr>
          <a:xfrm>
            <a:off x="457200" y="1203480"/>
            <a:ext cx="8229240" cy="2982960"/>
          </a:xfrm>
          <a:prstGeom prst="rect">
            <a:avLst/>
          </a:prstGeom>
          <a:noFill/>
          <a:ln w="0">
            <a:noFill/>
          </a:ln>
        </p:spPr>
        <p:txBody>
          <a:bodyPr lIns="0" rIns="0" tIns="0" bIns="0" anchor="ctr">
            <a:spAutoFit/>
          </a:bodyPr>
          <a:p>
            <a:pPr indent="0" algn="ctr">
              <a:buNone/>
            </a:pPr>
            <a:endParaRPr b="0" lang="en-US" sz="3200" strike="noStrike" u="none">
              <a:solidFill>
                <a:srgbClr val="000000"/>
              </a:solidFill>
              <a:effectLst/>
              <a:uFillTx/>
              <a:latin typeface="OpenSymbo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accent1"/>
        </a:solidFill>
      </p:bgPr>
    </p:bg>
    <p:spTree>
      <p:nvGrpSpPr>
        <p:cNvPr id="1" name=""/>
        <p:cNvGrpSpPr/>
        <p:nvPr/>
      </p:nvGrpSpPr>
      <p:grpSpPr>
        <a:xfrm>
          <a:off x="0" y="0"/>
          <a:ext cx="0" cy="0"/>
          <a:chOff x="0" y="0"/>
          <a:chExt cx="0" cy="0"/>
        </a:xfrm>
      </p:grpSpPr>
      <p:sp>
        <p:nvSpPr>
          <p:cNvPr id="58" name="Google Shape;306;p11"/>
          <p:cNvSpPr/>
          <p:nvPr/>
        </p:nvSpPr>
        <p:spPr>
          <a:xfrm>
            <a:off x="717120" y="935280"/>
            <a:ext cx="7709400" cy="32731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9" name="Google Shape;307;p11"/>
          <p:cNvGrpSpPr/>
          <p:nvPr/>
        </p:nvGrpSpPr>
        <p:grpSpPr>
          <a:xfrm>
            <a:off x="7639920" y="326520"/>
            <a:ext cx="1173240" cy="1129680"/>
            <a:chOff x="7639920" y="326520"/>
            <a:chExt cx="1173240" cy="1129680"/>
          </a:xfrm>
        </p:grpSpPr>
        <p:sp>
          <p:nvSpPr>
            <p:cNvPr id="60" name="Google Shape;308;p11"/>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 name="Google Shape;309;p11"/>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 name="Google Shape;310;p11"/>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 name="Google Shape;311;p11"/>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 name="Google Shape;312;p11"/>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 name="Google Shape;313;p11"/>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 name="Google Shape;314;p11"/>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 name="Google Shape;315;p11"/>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 name="Google Shape;316;p11"/>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 name="Google Shape;317;p11"/>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 name="Google Shape;318;p11"/>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 name="Google Shape;319;p11"/>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 name="Google Shape;320;p11"/>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 name="Google Shape;321;p11"/>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 name="Google Shape;322;p11"/>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 name="Google Shape;323;p11"/>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 name="Google Shape;324;p11"/>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325;p11"/>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 name="Google Shape;326;p11"/>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 name="Google Shape;327;p11"/>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 name="Google Shape;328;p11"/>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 name="Google Shape;329;p11"/>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 name="Google Shape;330;p11"/>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 name="Google Shape;331;p11"/>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 name="Google Shape;332;p11"/>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5" name="PlaceHolder 1"/>
          <p:cNvSpPr>
            <a:spLocks noGrp="1"/>
          </p:cNvSpPr>
          <p:nvPr>
            <p:ph type="title"/>
          </p:nvPr>
        </p:nvSpPr>
        <p:spPr>
          <a:xfrm>
            <a:off x="1284120" y="1558440"/>
            <a:ext cx="6575760" cy="1510920"/>
          </a:xfrm>
          <a:prstGeom prst="rect">
            <a:avLst/>
          </a:prstGeom>
          <a:noFill/>
          <a:ln w="0">
            <a:noFill/>
          </a:ln>
        </p:spPr>
        <p:txBody>
          <a:bodyPr lIns="91440" rIns="91440" tIns="91440" bIns="91440" anchor="b">
            <a:noAutofit/>
          </a:bodyPr>
          <a:p>
            <a:pPr indent="0" algn="ctr">
              <a:lnSpc>
                <a:spcPct val="100000"/>
              </a:lnSpc>
              <a:buNone/>
            </a:pPr>
            <a:r>
              <a:rPr b="0" lang="fr-FR" sz="9600" strike="noStrike" u="none">
                <a:solidFill>
                  <a:schemeClr val="accent2"/>
                </a:solidFill>
                <a:effectLst/>
                <a:uFillTx/>
                <a:latin typeface="Paytone One"/>
                <a:ea typeface="Paytone One"/>
              </a:rPr>
              <a:t>xx%</a:t>
            </a:r>
            <a:endParaRPr b="0" lang="fr-FR" sz="96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
    <p:bg>
      <p:bgPr>
        <a:solidFill>
          <a:schemeClr val="accent1"/>
        </a:solidFill>
      </p:bgPr>
    </p:bg>
    <p:spTree>
      <p:nvGrpSpPr>
        <p:cNvPr id="1" name=""/>
        <p:cNvGrpSpPr/>
        <p:nvPr/>
      </p:nvGrpSpPr>
      <p:grpSpPr>
        <a:xfrm>
          <a:off x="0" y="0"/>
          <a:ext cx="0" cy="0"/>
          <a:chOff x="0" y="0"/>
          <a:chExt cx="0" cy="0"/>
        </a:xfrm>
      </p:grpSpPr>
      <p:sp>
        <p:nvSpPr>
          <p:cNvPr id="86" name="PlaceHolder 1"/>
          <p:cNvSpPr>
            <a:spLocks noGrp="1"/>
          </p:cNvSpPr>
          <p:nvPr>
            <p:ph type="title"/>
          </p:nvPr>
        </p:nvSpPr>
        <p:spPr>
          <a:xfrm>
            <a:off x="1747080" y="1731600"/>
            <a:ext cx="2723040" cy="5115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87" name="PlaceHolder 2"/>
          <p:cNvSpPr>
            <a:spLocks noGrp="1"/>
          </p:cNvSpPr>
          <p:nvPr>
            <p:ph type="title"/>
          </p:nvPr>
        </p:nvSpPr>
        <p:spPr>
          <a:xfrm>
            <a:off x="797760" y="1725480"/>
            <a:ext cx="951120" cy="511560"/>
          </a:xfrm>
          <a:prstGeom prst="rect">
            <a:avLst/>
          </a:prstGeom>
          <a:noFill/>
          <a:ln w="0">
            <a:noFill/>
          </a:ln>
        </p:spPr>
        <p:txBody>
          <a:bodyPr lIns="91440" rIns="91440" tIns="91440" bIns="91440" anchor="ctr">
            <a:noAutofit/>
          </a:bodyPr>
          <a:p>
            <a:pPr indent="0" algn="r">
              <a:lnSpc>
                <a:spcPct val="100000"/>
              </a:lnSpc>
              <a:buNone/>
            </a:pPr>
            <a:r>
              <a:rPr b="0" lang="fr-FR" sz="3100" strike="noStrike" u="none">
                <a:solidFill>
                  <a:schemeClr val="accent2"/>
                </a:solidFill>
                <a:effectLst/>
                <a:uFillTx/>
                <a:latin typeface="Paytone One"/>
                <a:ea typeface="Paytone One"/>
              </a:rPr>
              <a:t>xx%</a:t>
            </a:r>
            <a:endParaRPr b="0" lang="fr-FR" sz="3100" strike="noStrike" u="none">
              <a:solidFill>
                <a:schemeClr val="dk1"/>
              </a:solidFill>
              <a:effectLst/>
              <a:uFillTx/>
              <a:latin typeface="Arial"/>
            </a:endParaRPr>
          </a:p>
        </p:txBody>
      </p:sp>
      <p:sp>
        <p:nvSpPr>
          <p:cNvPr id="88" name="PlaceHolder 3"/>
          <p:cNvSpPr>
            <a:spLocks noGrp="1"/>
          </p:cNvSpPr>
          <p:nvPr>
            <p:ph type="title"/>
          </p:nvPr>
        </p:nvSpPr>
        <p:spPr>
          <a:xfrm>
            <a:off x="1747080" y="3387960"/>
            <a:ext cx="2723040" cy="5115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89" name="PlaceHolder 4"/>
          <p:cNvSpPr>
            <a:spLocks noGrp="1"/>
          </p:cNvSpPr>
          <p:nvPr>
            <p:ph type="title"/>
          </p:nvPr>
        </p:nvSpPr>
        <p:spPr>
          <a:xfrm>
            <a:off x="797760" y="3387960"/>
            <a:ext cx="951120" cy="511560"/>
          </a:xfrm>
          <a:prstGeom prst="rect">
            <a:avLst/>
          </a:prstGeom>
          <a:noFill/>
          <a:ln w="0">
            <a:noFill/>
          </a:ln>
        </p:spPr>
        <p:txBody>
          <a:bodyPr lIns="91440" rIns="91440" tIns="91440" bIns="91440" anchor="ctr">
            <a:noAutofit/>
          </a:bodyPr>
          <a:p>
            <a:pPr indent="0" algn="r">
              <a:lnSpc>
                <a:spcPct val="100000"/>
              </a:lnSpc>
              <a:buNone/>
            </a:pPr>
            <a:r>
              <a:rPr b="0" lang="fr-FR" sz="3100" strike="noStrike" u="none">
                <a:solidFill>
                  <a:schemeClr val="accent2"/>
                </a:solidFill>
                <a:effectLst/>
                <a:uFillTx/>
                <a:latin typeface="Paytone One"/>
                <a:ea typeface="Paytone One"/>
              </a:rPr>
              <a:t>xx%</a:t>
            </a:r>
            <a:endParaRPr b="0" lang="fr-FR" sz="3100" strike="noStrike" u="none">
              <a:solidFill>
                <a:schemeClr val="dk1"/>
              </a:solidFill>
              <a:effectLst/>
              <a:uFillTx/>
              <a:latin typeface="Arial"/>
            </a:endParaRPr>
          </a:p>
        </p:txBody>
      </p:sp>
      <p:sp>
        <p:nvSpPr>
          <p:cNvPr id="90" name="PlaceHolder 5"/>
          <p:cNvSpPr>
            <a:spLocks noGrp="1"/>
          </p:cNvSpPr>
          <p:nvPr>
            <p:ph type="title"/>
          </p:nvPr>
        </p:nvSpPr>
        <p:spPr>
          <a:xfrm>
            <a:off x="5603040" y="1728360"/>
            <a:ext cx="2730960" cy="5115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91" name="PlaceHolder 6"/>
          <p:cNvSpPr>
            <a:spLocks noGrp="1"/>
          </p:cNvSpPr>
          <p:nvPr>
            <p:ph type="title"/>
          </p:nvPr>
        </p:nvSpPr>
        <p:spPr>
          <a:xfrm>
            <a:off x="4659840" y="1731600"/>
            <a:ext cx="951120" cy="511560"/>
          </a:xfrm>
          <a:prstGeom prst="rect">
            <a:avLst/>
          </a:prstGeom>
          <a:noFill/>
          <a:ln w="0">
            <a:noFill/>
          </a:ln>
        </p:spPr>
        <p:txBody>
          <a:bodyPr lIns="91440" rIns="91440" tIns="91440" bIns="91440" anchor="ctr">
            <a:noAutofit/>
          </a:bodyPr>
          <a:p>
            <a:pPr indent="0" algn="r">
              <a:lnSpc>
                <a:spcPct val="100000"/>
              </a:lnSpc>
              <a:buNone/>
            </a:pPr>
            <a:r>
              <a:rPr b="0" lang="fr-FR" sz="3100" strike="noStrike" u="none">
                <a:solidFill>
                  <a:schemeClr val="accent2"/>
                </a:solidFill>
                <a:effectLst/>
                <a:uFillTx/>
                <a:latin typeface="Paytone One"/>
                <a:ea typeface="Paytone One"/>
              </a:rPr>
              <a:t>xx%</a:t>
            </a:r>
            <a:endParaRPr b="0" lang="fr-FR" sz="3100" strike="noStrike" u="none">
              <a:solidFill>
                <a:schemeClr val="dk1"/>
              </a:solidFill>
              <a:effectLst/>
              <a:uFillTx/>
              <a:latin typeface="Arial"/>
            </a:endParaRPr>
          </a:p>
        </p:txBody>
      </p:sp>
      <p:sp>
        <p:nvSpPr>
          <p:cNvPr id="92" name="PlaceHolder 7"/>
          <p:cNvSpPr>
            <a:spLocks noGrp="1"/>
          </p:cNvSpPr>
          <p:nvPr>
            <p:ph type="title"/>
          </p:nvPr>
        </p:nvSpPr>
        <p:spPr>
          <a:xfrm>
            <a:off x="5603040" y="3389040"/>
            <a:ext cx="2730960" cy="5115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93" name="PlaceHolder 8"/>
          <p:cNvSpPr>
            <a:spLocks noGrp="1"/>
          </p:cNvSpPr>
          <p:nvPr>
            <p:ph type="title"/>
          </p:nvPr>
        </p:nvSpPr>
        <p:spPr>
          <a:xfrm>
            <a:off x="4659840" y="3389040"/>
            <a:ext cx="951120" cy="511560"/>
          </a:xfrm>
          <a:prstGeom prst="rect">
            <a:avLst/>
          </a:prstGeom>
          <a:noFill/>
          <a:ln w="0">
            <a:noFill/>
          </a:ln>
        </p:spPr>
        <p:txBody>
          <a:bodyPr lIns="91440" rIns="91440" tIns="91440" bIns="91440" anchor="ctr">
            <a:noAutofit/>
          </a:bodyPr>
          <a:p>
            <a:pPr indent="0" algn="r">
              <a:lnSpc>
                <a:spcPct val="100000"/>
              </a:lnSpc>
              <a:buNone/>
            </a:pPr>
            <a:r>
              <a:rPr b="0" lang="fr-FR" sz="3100" strike="noStrike" u="none">
                <a:solidFill>
                  <a:schemeClr val="accent2"/>
                </a:solidFill>
                <a:effectLst/>
                <a:uFillTx/>
                <a:latin typeface="Paytone One"/>
                <a:ea typeface="Paytone One"/>
              </a:rPr>
              <a:t>xx%</a:t>
            </a:r>
            <a:endParaRPr b="0" lang="fr-FR" sz="3100" strike="noStrike" u="none">
              <a:solidFill>
                <a:schemeClr val="dk1"/>
              </a:solidFill>
              <a:effectLst/>
              <a:uFillTx/>
              <a:latin typeface="Arial"/>
            </a:endParaRPr>
          </a:p>
        </p:txBody>
      </p:sp>
      <p:sp>
        <p:nvSpPr>
          <p:cNvPr id="94" name="PlaceHolder 9"/>
          <p:cNvSpPr>
            <a:spLocks noGrp="1"/>
          </p:cNvSpPr>
          <p:nvPr>
            <p:ph type="title"/>
          </p:nvPr>
        </p:nvSpPr>
        <p:spPr>
          <a:xfrm>
            <a:off x="72324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95" name="Google Shape;350;p13"/>
          <p:cNvGrpSpPr/>
          <p:nvPr/>
        </p:nvGrpSpPr>
        <p:grpSpPr>
          <a:xfrm>
            <a:off x="7639920" y="326520"/>
            <a:ext cx="1173240" cy="1129680"/>
            <a:chOff x="7639920" y="326520"/>
            <a:chExt cx="1173240" cy="1129680"/>
          </a:xfrm>
        </p:grpSpPr>
        <p:sp>
          <p:nvSpPr>
            <p:cNvPr id="96" name="Google Shape;351;p13"/>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7" name="Google Shape;352;p13"/>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8" name="Google Shape;353;p13"/>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9" name="Google Shape;354;p13"/>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 name="Google Shape;355;p13"/>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 name="Google Shape;356;p13"/>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 name="Google Shape;357;p13"/>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 name="Google Shape;358;p13"/>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4" name="Google Shape;359;p13"/>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5" name="Google Shape;360;p13"/>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6" name="Google Shape;361;p13"/>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7" name="Google Shape;362;p13"/>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8" name="Google Shape;363;p13"/>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9" name="Google Shape;364;p13"/>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0" name="Google Shape;365;p13"/>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1" name="Google Shape;366;p13"/>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2" name="Google Shape;367;p13"/>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3" name="Google Shape;368;p13"/>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4" name="Google Shape;369;p13"/>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5" name="Google Shape;370;p13"/>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6" name="Google Shape;371;p13"/>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7" name="Google Shape;372;p13"/>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8" name="Google Shape;373;p13"/>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9" name="Google Shape;374;p13"/>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0" name="Google Shape;375;p13"/>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TWO_COLUMNS_1">
    <p:bg>
      <p:bgPr>
        <a:solidFill>
          <a:schemeClr val="accent1"/>
        </a:solidFill>
      </p:bgPr>
    </p:bg>
    <p:spTree>
      <p:nvGrpSpPr>
        <p:cNvPr id="1" name=""/>
        <p:cNvGrpSpPr/>
        <p:nvPr/>
      </p:nvGrpSpPr>
      <p:grpSpPr>
        <a:xfrm>
          <a:off x="0" y="0"/>
          <a:ext cx="0" cy="0"/>
          <a:chOff x="0" y="0"/>
          <a:chExt cx="0" cy="0"/>
        </a:xfrm>
      </p:grpSpPr>
      <p:sp>
        <p:nvSpPr>
          <p:cNvPr id="121" name="Google Shape;377;p14"/>
          <p:cNvSpPr/>
          <p:nvPr/>
        </p:nvSpPr>
        <p:spPr>
          <a:xfrm flipH="1">
            <a:off x="6119280" y="3108600"/>
            <a:ext cx="1173600" cy="1173600"/>
          </a:xfrm>
          <a:prstGeom prst="ellipse">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2" name="Google Shape;378;p14"/>
          <p:cNvSpPr/>
          <p:nvPr/>
        </p:nvSpPr>
        <p:spPr>
          <a:xfrm flipH="1">
            <a:off x="2306520" y="2996280"/>
            <a:ext cx="3891960" cy="139824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3" name="Google Shape;379;p14"/>
          <p:cNvSpPr/>
          <p:nvPr/>
        </p:nvSpPr>
        <p:spPr>
          <a:xfrm>
            <a:off x="1851120" y="1502280"/>
            <a:ext cx="1173600" cy="1173600"/>
          </a:xfrm>
          <a:prstGeom prst="ellipse">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4" name="Google Shape;380;p14"/>
          <p:cNvSpPr/>
          <p:nvPr/>
        </p:nvSpPr>
        <p:spPr>
          <a:xfrm>
            <a:off x="2944800" y="1389960"/>
            <a:ext cx="3891960" cy="139824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26" name="PlaceHolder 2"/>
          <p:cNvSpPr>
            <a:spLocks noGrp="1"/>
          </p:cNvSpPr>
          <p:nvPr>
            <p:ph type="title"/>
          </p:nvPr>
        </p:nvSpPr>
        <p:spPr>
          <a:xfrm>
            <a:off x="1140480" y="1502280"/>
            <a:ext cx="1719000" cy="1173600"/>
          </a:xfrm>
          <a:prstGeom prst="rect">
            <a:avLst/>
          </a:prstGeom>
          <a:noFill/>
          <a:ln w="0">
            <a:noFill/>
          </a:ln>
        </p:spPr>
        <p:txBody>
          <a:bodyPr lIns="91440" rIns="91440" tIns="91440" bIns="91440" anchor="t">
            <a:noAutofit/>
          </a:bodyPr>
          <a:p>
            <a:pPr indent="0" algn="r">
              <a:lnSpc>
                <a:spcPct val="100000"/>
              </a:lnSpc>
              <a:buNone/>
            </a:pPr>
            <a:r>
              <a:rPr b="0" lang="fr-FR" sz="6000" strike="noStrike" u="none">
                <a:solidFill>
                  <a:schemeClr val="accent2"/>
                </a:solidFill>
                <a:effectLst/>
                <a:uFillTx/>
                <a:latin typeface="Paytone One"/>
                <a:ea typeface="Paytone One"/>
              </a:rPr>
              <a:t>xx%</a:t>
            </a:r>
            <a:endParaRPr b="0" lang="fr-FR" sz="6000" strike="noStrike" u="none">
              <a:solidFill>
                <a:schemeClr val="dk1"/>
              </a:solidFill>
              <a:effectLst/>
              <a:uFillTx/>
              <a:latin typeface="Arial"/>
            </a:endParaRPr>
          </a:p>
        </p:txBody>
      </p:sp>
      <p:sp>
        <p:nvSpPr>
          <p:cNvPr id="127" name="PlaceHolder 3"/>
          <p:cNvSpPr>
            <a:spLocks noGrp="1"/>
          </p:cNvSpPr>
          <p:nvPr>
            <p:ph type="title"/>
          </p:nvPr>
        </p:nvSpPr>
        <p:spPr>
          <a:xfrm>
            <a:off x="6177600" y="3108600"/>
            <a:ext cx="1719000" cy="1173600"/>
          </a:xfrm>
          <a:prstGeom prst="rect">
            <a:avLst/>
          </a:prstGeom>
          <a:noFill/>
          <a:ln w="0">
            <a:noFill/>
          </a:ln>
        </p:spPr>
        <p:txBody>
          <a:bodyPr lIns="91440" rIns="91440" tIns="91440" bIns="91440" anchor="t">
            <a:noAutofit/>
          </a:bodyPr>
          <a:p>
            <a:pPr indent="0">
              <a:lnSpc>
                <a:spcPct val="100000"/>
              </a:lnSpc>
              <a:buNone/>
            </a:pPr>
            <a:r>
              <a:rPr b="0" lang="fr-FR" sz="6000" strike="noStrike" u="none">
                <a:solidFill>
                  <a:schemeClr val="accent2"/>
                </a:solidFill>
                <a:effectLst/>
                <a:uFillTx/>
                <a:latin typeface="Paytone One"/>
                <a:ea typeface="Paytone One"/>
              </a:rPr>
              <a:t>xx%</a:t>
            </a:r>
            <a:endParaRPr b="0" lang="fr-FR" sz="6000" strike="noStrike" u="none">
              <a:solidFill>
                <a:schemeClr val="dk1"/>
              </a:solidFill>
              <a:effectLst/>
              <a:uFillTx/>
              <a:latin typeface="Arial"/>
            </a:endParaRPr>
          </a:p>
        </p:txBody>
      </p:sp>
      <p:grpSp>
        <p:nvGrpSpPr>
          <p:cNvPr id="128" name="Google Shape;386;p14"/>
          <p:cNvGrpSpPr/>
          <p:nvPr/>
        </p:nvGrpSpPr>
        <p:grpSpPr>
          <a:xfrm>
            <a:off x="326160" y="3704400"/>
            <a:ext cx="1173600" cy="1129680"/>
            <a:chOff x="326160" y="3704400"/>
            <a:chExt cx="1173600" cy="1129680"/>
          </a:xfrm>
        </p:grpSpPr>
        <p:sp>
          <p:nvSpPr>
            <p:cNvPr id="129" name="Google Shape;387;p14"/>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 name="Google Shape;388;p14"/>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1" name="Google Shape;389;p14"/>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2" name="Google Shape;390;p14"/>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3" name="Google Shape;391;p14"/>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4" name="Google Shape;392;p14"/>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5" name="Google Shape;393;p14"/>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6" name="Google Shape;394;p14"/>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7" name="Google Shape;395;p14"/>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8" name="Google Shape;396;p14"/>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9" name="Google Shape;397;p14"/>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0" name="Google Shape;398;p14"/>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1" name="Google Shape;399;p14"/>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2" name="Google Shape;400;p14"/>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3" name="Google Shape;401;p14"/>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4" name="Google Shape;402;p14"/>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5" name="Google Shape;403;p14"/>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6" name="Google Shape;404;p14"/>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7" name="Google Shape;405;p14"/>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8" name="Google Shape;406;p14"/>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9" name="Google Shape;407;p14"/>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0" name="Google Shape;408;p14"/>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1" name="Google Shape;409;p14"/>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2" name="Google Shape;410;p14"/>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3" name="Google Shape;411;p14"/>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bg>
      <p:bgPr>
        <a:solidFill>
          <a:schemeClr val="accent1"/>
        </a:solidFill>
      </p:bgPr>
    </p:bg>
    <p:spTree>
      <p:nvGrpSpPr>
        <p:cNvPr id="1" name=""/>
        <p:cNvGrpSpPr/>
        <p:nvPr/>
      </p:nvGrpSpPr>
      <p:grpSpPr>
        <a:xfrm>
          <a:off x="0" y="0"/>
          <a:ext cx="0" cy="0"/>
          <a:chOff x="0" y="0"/>
          <a:chExt cx="0" cy="0"/>
        </a:xfrm>
      </p:grpSpPr>
      <p:sp>
        <p:nvSpPr>
          <p:cNvPr id="154" name="Google Shape;413;p15"/>
          <p:cNvSpPr/>
          <p:nvPr/>
        </p:nvSpPr>
        <p:spPr>
          <a:xfrm>
            <a:off x="73166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55" name="Google Shape;414;p15"/>
          <p:cNvGrpSpPr/>
          <p:nvPr/>
        </p:nvGrpSpPr>
        <p:grpSpPr>
          <a:xfrm>
            <a:off x="7639920" y="326520"/>
            <a:ext cx="1173240" cy="1129680"/>
            <a:chOff x="7639920" y="326520"/>
            <a:chExt cx="1173240" cy="1129680"/>
          </a:xfrm>
        </p:grpSpPr>
        <p:sp>
          <p:nvSpPr>
            <p:cNvPr id="156" name="Google Shape;415;p15"/>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7" name="Google Shape;416;p15"/>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8" name="Google Shape;417;p15"/>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9" name="Google Shape;418;p15"/>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0" name="Google Shape;419;p15"/>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1" name="Google Shape;420;p15"/>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2" name="Google Shape;421;p15"/>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3" name="Google Shape;422;p15"/>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4" name="Google Shape;423;p15"/>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5" name="Google Shape;424;p15"/>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6" name="Google Shape;425;p15"/>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7" name="Google Shape;426;p15"/>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8" name="Google Shape;427;p15"/>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9" name="Google Shape;428;p15"/>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0" name="Google Shape;429;p15"/>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1" name="Google Shape;430;p15"/>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2" name="Google Shape;431;p15"/>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3" name="Google Shape;432;p15"/>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4" name="Google Shape;433;p15"/>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5" name="Google Shape;434;p15"/>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6" name="Google Shape;435;p15"/>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7" name="Google Shape;436;p15"/>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8" name="Google Shape;437;p15"/>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9" name="Google Shape;438;p15"/>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0" name="Google Shape;439;p15"/>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81" name="PlaceHolder 1"/>
          <p:cNvSpPr>
            <a:spLocks noGrp="1"/>
          </p:cNvSpPr>
          <p:nvPr>
            <p:ph type="title"/>
          </p:nvPr>
        </p:nvSpPr>
        <p:spPr>
          <a:xfrm>
            <a:off x="72324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82" name="PlaceHolder 2"/>
          <p:cNvSpPr>
            <a:spLocks noGrp="1"/>
          </p:cNvSpPr>
          <p:nvPr>
            <p:ph type="title"/>
          </p:nvPr>
        </p:nvSpPr>
        <p:spPr>
          <a:xfrm>
            <a:off x="716760" y="1735200"/>
            <a:ext cx="5787720" cy="524880"/>
          </a:xfrm>
          <a:prstGeom prst="rect">
            <a:avLst/>
          </a:prstGeom>
          <a:noFill/>
          <a:ln w="0">
            <a:noFill/>
          </a:ln>
        </p:spPr>
        <p:txBody>
          <a:bodyPr lIns="91440" rIns="91440" tIns="91440" bIns="91440" anchor="ctr">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
    <p:bg>
      <p:bgPr>
        <a:solidFill>
          <a:schemeClr val="accent1"/>
        </a:solidFill>
      </p:bgPr>
    </p:bg>
    <p:spTree>
      <p:nvGrpSpPr>
        <p:cNvPr id="1" name=""/>
        <p:cNvGrpSpPr/>
        <p:nvPr/>
      </p:nvGrpSpPr>
      <p:grpSpPr>
        <a:xfrm>
          <a:off x="0" y="0"/>
          <a:ext cx="0" cy="0"/>
          <a:chOff x="0" y="0"/>
          <a:chExt cx="0" cy="0"/>
        </a:xfrm>
      </p:grpSpPr>
      <p:sp>
        <p:nvSpPr>
          <p:cNvPr id="183" name="PlaceHolder 1"/>
          <p:cNvSpPr>
            <a:spLocks noGrp="1"/>
          </p:cNvSpPr>
          <p:nvPr>
            <p:ph type="title"/>
          </p:nvPr>
        </p:nvSpPr>
        <p:spPr>
          <a:xfrm>
            <a:off x="72324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84" name="PlaceHolder 2"/>
          <p:cNvSpPr>
            <a:spLocks noGrp="1"/>
          </p:cNvSpPr>
          <p:nvPr>
            <p:ph type="title"/>
          </p:nvPr>
        </p:nvSpPr>
        <p:spPr>
          <a:xfrm>
            <a:off x="2620800" y="1735200"/>
            <a:ext cx="5785200" cy="524880"/>
          </a:xfrm>
          <a:prstGeom prst="rect">
            <a:avLst/>
          </a:prstGeom>
          <a:noFill/>
          <a:ln w="0">
            <a:noFill/>
          </a:ln>
        </p:spPr>
        <p:txBody>
          <a:bodyPr lIns="91440" rIns="91440" tIns="91440" bIns="91440" anchor="ctr">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185" name="Google Shape;447;p16"/>
          <p:cNvSpPr/>
          <p:nvPr/>
        </p:nvSpPr>
        <p:spPr>
          <a:xfrm>
            <a:off x="14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86" name="Google Shape;448;p16"/>
          <p:cNvGrpSpPr/>
          <p:nvPr/>
        </p:nvGrpSpPr>
        <p:grpSpPr>
          <a:xfrm>
            <a:off x="326160" y="3704400"/>
            <a:ext cx="1173600" cy="1129680"/>
            <a:chOff x="326160" y="3704400"/>
            <a:chExt cx="1173600" cy="1129680"/>
          </a:xfrm>
        </p:grpSpPr>
        <p:sp>
          <p:nvSpPr>
            <p:cNvPr id="187" name="Google Shape;449;p16"/>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8" name="Google Shape;450;p16"/>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9" name="Google Shape;451;p16"/>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0" name="Google Shape;452;p16"/>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1" name="Google Shape;453;p16"/>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2" name="Google Shape;454;p16"/>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3" name="Google Shape;455;p16"/>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4" name="Google Shape;456;p16"/>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5" name="Google Shape;457;p16"/>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6" name="Google Shape;458;p16"/>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7" name="Google Shape;459;p16"/>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8" name="Google Shape;460;p16"/>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9" name="Google Shape;461;p16"/>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0" name="Google Shape;462;p16"/>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1" name="Google Shape;463;p16"/>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2" name="Google Shape;464;p16"/>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3" name="Google Shape;465;p16"/>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4" name="Google Shape;466;p16"/>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5" name="Google Shape;467;p16"/>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6" name="Google Shape;468;p16"/>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7" name="Google Shape;469;p16"/>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8" name="Google Shape;470;p16"/>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9" name="Google Shape;471;p16"/>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0" name="Google Shape;472;p16"/>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1" name="Google Shape;473;p16"/>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
    <p:bg>
      <p:bgPr>
        <a:solidFill>
          <a:schemeClr val="accent1"/>
        </a:solidFill>
      </p:bgPr>
    </p:bg>
    <p:spTree>
      <p:nvGrpSpPr>
        <p:cNvPr id="1" name=""/>
        <p:cNvGrpSpPr/>
        <p:nvPr/>
      </p:nvGrpSpPr>
      <p:grpSpPr>
        <a:xfrm>
          <a:off x="0" y="0"/>
          <a:ext cx="0" cy="0"/>
          <a:chOff x="0" y="0"/>
          <a:chExt cx="0" cy="0"/>
        </a:xfrm>
      </p:grpSpPr>
      <p:sp>
        <p:nvSpPr>
          <p:cNvPr id="212" name="Google Shape;475;p17"/>
          <p:cNvSpPr/>
          <p:nvPr/>
        </p:nvSpPr>
        <p:spPr>
          <a:xfrm>
            <a:off x="717120" y="1163880"/>
            <a:ext cx="7709400" cy="32731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3"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214" name="PlaceHolder 2"/>
          <p:cNvSpPr>
            <a:spLocks noGrp="1"/>
          </p:cNvSpPr>
          <p:nvPr>
            <p:ph type="body"/>
          </p:nvPr>
        </p:nvSpPr>
        <p:spPr>
          <a:xfrm>
            <a:off x="1924200" y="1730880"/>
            <a:ext cx="5294880" cy="2138760"/>
          </a:xfrm>
          <a:prstGeom prst="rect">
            <a:avLst/>
          </a:prstGeom>
          <a:noFill/>
          <a:ln w="0">
            <a:noFill/>
          </a:ln>
        </p:spPr>
        <p:txBody>
          <a:bodyPr lIns="91440" rIns="91440" tIns="91440" bIns="91440" anchor="ctr">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grpSp>
        <p:nvGrpSpPr>
          <p:cNvPr id="215" name="Google Shape;478;p17"/>
          <p:cNvGrpSpPr/>
          <p:nvPr/>
        </p:nvGrpSpPr>
        <p:grpSpPr>
          <a:xfrm>
            <a:off x="326160" y="3704400"/>
            <a:ext cx="1173600" cy="1129680"/>
            <a:chOff x="326160" y="3704400"/>
            <a:chExt cx="1173600" cy="1129680"/>
          </a:xfrm>
        </p:grpSpPr>
        <p:sp>
          <p:nvSpPr>
            <p:cNvPr id="216" name="Google Shape;479;p17"/>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7" name="Google Shape;480;p17"/>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8" name="Google Shape;481;p17"/>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9" name="Google Shape;482;p17"/>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0" name="Google Shape;483;p17"/>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1" name="Google Shape;484;p17"/>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2" name="Google Shape;485;p17"/>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3" name="Google Shape;486;p17"/>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4" name="Google Shape;487;p17"/>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5" name="Google Shape;488;p17"/>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6" name="Google Shape;489;p17"/>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7" name="Google Shape;490;p17"/>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8" name="Google Shape;491;p17"/>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9" name="Google Shape;492;p17"/>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0" name="Google Shape;493;p17"/>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1" name="Google Shape;494;p17"/>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2" name="Google Shape;495;p17"/>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3" name="Google Shape;496;p17"/>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4" name="Google Shape;497;p17"/>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5" name="Google Shape;498;p17"/>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6" name="Google Shape;499;p17"/>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7" name="Google Shape;500;p17"/>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8" name="Google Shape;501;p17"/>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9" name="Google Shape;502;p17"/>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0" name="Google Shape;503;p17"/>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41" name="Google Shape;504;p17"/>
          <p:cNvGrpSpPr/>
          <p:nvPr/>
        </p:nvGrpSpPr>
        <p:grpSpPr>
          <a:xfrm>
            <a:off x="7639920" y="326520"/>
            <a:ext cx="1173240" cy="1129680"/>
            <a:chOff x="7639920" y="326520"/>
            <a:chExt cx="1173240" cy="1129680"/>
          </a:xfrm>
        </p:grpSpPr>
        <p:sp>
          <p:nvSpPr>
            <p:cNvPr id="242" name="Google Shape;505;p17"/>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3" name="Google Shape;506;p17"/>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4" name="Google Shape;507;p17"/>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5" name="Google Shape;508;p17"/>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6" name="Google Shape;509;p17"/>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7" name="Google Shape;510;p17"/>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8" name="Google Shape;511;p17"/>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9" name="Google Shape;512;p17"/>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0" name="Google Shape;513;p17"/>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1" name="Google Shape;514;p17"/>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2" name="Google Shape;515;p17"/>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3" name="Google Shape;516;p17"/>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4" name="Google Shape;517;p17"/>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5" name="Google Shape;518;p17"/>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6" name="Google Shape;519;p17"/>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7" name="Google Shape;520;p17"/>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8" name="Google Shape;521;p17"/>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9" name="Google Shape;522;p17"/>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0" name="Google Shape;523;p17"/>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1" name="Google Shape;524;p17"/>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2" name="Google Shape;525;p17"/>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3" name="Google Shape;526;p17"/>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4" name="Google Shape;527;p17"/>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5" name="Google Shape;528;p17"/>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6" name="Google Shape;529;p17"/>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bg>
      <p:bgPr>
        <a:solidFill>
          <a:schemeClr val="accent1"/>
        </a:solidFill>
      </p:bgPr>
    </p:bg>
    <p:spTree>
      <p:nvGrpSpPr>
        <p:cNvPr id="1" name=""/>
        <p:cNvGrpSpPr/>
        <p:nvPr/>
      </p:nvGrpSpPr>
      <p:grpSpPr>
        <a:xfrm>
          <a:off x="0" y="0"/>
          <a:ext cx="0" cy="0"/>
          <a:chOff x="0" y="0"/>
          <a:chExt cx="0" cy="0"/>
        </a:xfrm>
      </p:grpSpPr>
      <p:sp>
        <p:nvSpPr>
          <p:cNvPr id="26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268" name="Google Shape;532;p18"/>
          <p:cNvGrpSpPr/>
          <p:nvPr/>
        </p:nvGrpSpPr>
        <p:grpSpPr>
          <a:xfrm>
            <a:off x="7639920" y="326520"/>
            <a:ext cx="1173240" cy="1129680"/>
            <a:chOff x="7639920" y="326520"/>
            <a:chExt cx="1173240" cy="1129680"/>
          </a:xfrm>
        </p:grpSpPr>
        <p:sp>
          <p:nvSpPr>
            <p:cNvPr id="269" name="Google Shape;533;p18"/>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0" name="Google Shape;534;p18"/>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1" name="Google Shape;535;p18"/>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2" name="Google Shape;536;p18"/>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3" name="Google Shape;537;p18"/>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4" name="Google Shape;538;p18"/>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5" name="Google Shape;539;p18"/>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6" name="Google Shape;540;p18"/>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7" name="Google Shape;541;p18"/>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8" name="Google Shape;542;p18"/>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9" name="Google Shape;543;p18"/>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0" name="Google Shape;544;p18"/>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1" name="Google Shape;545;p18"/>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2" name="Google Shape;546;p18"/>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3" name="Google Shape;547;p18"/>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4" name="Google Shape;548;p18"/>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5" name="Google Shape;549;p18"/>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6" name="Google Shape;550;p18"/>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7" name="Google Shape;551;p18"/>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8" name="Google Shape;552;p18"/>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9" name="Google Shape;553;p18"/>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0" name="Google Shape;554;p18"/>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1" name="Google Shape;555;p18"/>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2" name="Google Shape;556;p18"/>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3" name="Google Shape;557;p18"/>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
    <p:bg>
      <p:bgPr>
        <a:solidFill>
          <a:schemeClr val="accent1"/>
        </a:solidFill>
      </p:bgPr>
    </p:bg>
    <p:spTree>
      <p:nvGrpSpPr>
        <p:cNvPr id="1" name=""/>
        <p:cNvGrpSpPr/>
        <p:nvPr/>
      </p:nvGrpSpPr>
      <p:grpSpPr>
        <a:xfrm>
          <a:off x="0" y="0"/>
          <a:ext cx="0" cy="0"/>
          <a:chOff x="0" y="0"/>
          <a:chExt cx="0" cy="0"/>
        </a:xfrm>
      </p:grpSpPr>
      <p:sp>
        <p:nvSpPr>
          <p:cNvPr id="294" name="Google Shape;559;p19"/>
          <p:cNvSpPr/>
          <p:nvPr/>
        </p:nvSpPr>
        <p:spPr>
          <a:xfrm>
            <a:off x="14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95" name="Google Shape;560;p19"/>
          <p:cNvGrpSpPr/>
          <p:nvPr/>
        </p:nvGrpSpPr>
        <p:grpSpPr>
          <a:xfrm>
            <a:off x="326160" y="3704400"/>
            <a:ext cx="1173600" cy="1129680"/>
            <a:chOff x="326160" y="3704400"/>
            <a:chExt cx="1173600" cy="1129680"/>
          </a:xfrm>
        </p:grpSpPr>
        <p:sp>
          <p:nvSpPr>
            <p:cNvPr id="296" name="Google Shape;561;p19"/>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7" name="Google Shape;562;p19"/>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8" name="Google Shape;563;p19"/>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9" name="Google Shape;564;p19"/>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0" name="Google Shape;565;p19"/>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1" name="Google Shape;566;p19"/>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2" name="Google Shape;567;p19"/>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3" name="Google Shape;568;p19"/>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4" name="Google Shape;569;p19"/>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5" name="Google Shape;570;p19"/>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6" name="Google Shape;571;p19"/>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7" name="Google Shape;572;p19"/>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8" name="Google Shape;573;p19"/>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9" name="Google Shape;574;p19"/>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0" name="Google Shape;575;p19"/>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1" name="Google Shape;576;p19"/>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2" name="Google Shape;577;p19"/>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3" name="Google Shape;578;p19"/>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4" name="Google Shape;579;p19"/>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5" name="Google Shape;580;p19"/>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6" name="Google Shape;581;p19"/>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7" name="Google Shape;582;p19"/>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8" name="Google Shape;583;p19"/>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9" name="Google Shape;584;p19"/>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0" name="Google Shape;585;p19"/>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32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_1">
    <p:bg>
      <p:bgPr>
        <a:solidFill>
          <a:schemeClr val="accent1"/>
        </a:solidFill>
      </p:bgPr>
    </p:bg>
    <p:spTree>
      <p:nvGrpSpPr>
        <p:cNvPr id="1" name=""/>
        <p:cNvGrpSpPr/>
        <p:nvPr/>
      </p:nvGrpSpPr>
      <p:grpSpPr>
        <a:xfrm>
          <a:off x="0" y="0"/>
          <a:ext cx="0" cy="0"/>
          <a:chOff x="0" y="0"/>
          <a:chExt cx="0" cy="0"/>
        </a:xfrm>
      </p:grpSpPr>
      <p:grpSp>
        <p:nvGrpSpPr>
          <p:cNvPr id="322" name="Google Shape;588;p20"/>
          <p:cNvGrpSpPr/>
          <p:nvPr/>
        </p:nvGrpSpPr>
        <p:grpSpPr>
          <a:xfrm>
            <a:off x="326160" y="3704400"/>
            <a:ext cx="1173600" cy="1129680"/>
            <a:chOff x="326160" y="3704400"/>
            <a:chExt cx="1173600" cy="1129680"/>
          </a:xfrm>
        </p:grpSpPr>
        <p:sp>
          <p:nvSpPr>
            <p:cNvPr id="323" name="Google Shape;589;p20"/>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4" name="Google Shape;590;p20"/>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5" name="Google Shape;591;p20"/>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6" name="Google Shape;592;p20"/>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7" name="Google Shape;593;p20"/>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8" name="Google Shape;594;p20"/>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9" name="Google Shape;595;p20"/>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0" name="Google Shape;596;p20"/>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1" name="Google Shape;597;p20"/>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2" name="Google Shape;598;p20"/>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3" name="Google Shape;599;p20"/>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4" name="Google Shape;600;p20"/>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5" name="Google Shape;601;p20"/>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6" name="Google Shape;602;p20"/>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7" name="Google Shape;603;p20"/>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8" name="Google Shape;604;p20"/>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9" name="Google Shape;605;p20"/>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0" name="Google Shape;606;p20"/>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1" name="Google Shape;607;p20"/>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2" name="Google Shape;608;p20"/>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3" name="Google Shape;609;p20"/>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4" name="Google Shape;610;p20"/>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5" name="Google Shape;611;p20"/>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6" name="Google Shape;612;p20"/>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7" name="Google Shape;613;p20"/>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348"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accent1"/>
        </a:solidFill>
      </p:bgPr>
    </p:bg>
    <p:spTree>
      <p:nvGrpSpPr>
        <p:cNvPr id="1" name=""/>
        <p:cNvGrpSpPr/>
        <p:nvPr/>
      </p:nvGrpSpPr>
      <p:grpSpPr>
        <a:xfrm>
          <a:off x="0" y="0"/>
          <a:ext cx="0" cy="0"/>
          <a:chOff x="0" y="0"/>
          <a:chExt cx="0" cy="0"/>
        </a:xfrm>
      </p:grpSpPr>
      <p:sp>
        <p:nvSpPr>
          <p:cNvPr id="349" name="Google Shape;66;p3"/>
          <p:cNvSpPr/>
          <p:nvPr/>
        </p:nvSpPr>
        <p:spPr>
          <a:xfrm>
            <a:off x="0" y="3095640"/>
            <a:ext cx="6500880" cy="205524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50" name="Google Shape;67;p3"/>
          <p:cNvGrpSpPr/>
          <p:nvPr/>
        </p:nvGrpSpPr>
        <p:grpSpPr>
          <a:xfrm>
            <a:off x="326160" y="3704400"/>
            <a:ext cx="1173600" cy="1129680"/>
            <a:chOff x="326160" y="3704400"/>
            <a:chExt cx="1173600" cy="1129680"/>
          </a:xfrm>
        </p:grpSpPr>
        <p:sp>
          <p:nvSpPr>
            <p:cNvPr id="351" name="Google Shape;68;p3"/>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2" name="Google Shape;69;p3"/>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3" name="Google Shape;70;p3"/>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4" name="Google Shape;71;p3"/>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5" name="Google Shape;72;p3"/>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6" name="Google Shape;73;p3"/>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7" name="Google Shape;74;p3"/>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8" name="Google Shape;75;p3"/>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9" name="Google Shape;76;p3"/>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0" name="Google Shape;77;p3"/>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1" name="Google Shape;78;p3"/>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2" name="Google Shape;79;p3"/>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3" name="Google Shape;80;p3"/>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4" name="Google Shape;81;p3"/>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5" name="Google Shape;82;p3"/>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6" name="Google Shape;83;p3"/>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7" name="Google Shape;84;p3"/>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8" name="Google Shape;85;p3"/>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9" name="Google Shape;86;p3"/>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0" name="Google Shape;87;p3"/>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1" name="Google Shape;88;p3"/>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2" name="Google Shape;89;p3"/>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3" name="Google Shape;90;p3"/>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4" name="Google Shape;91;p3"/>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5" name="Google Shape;92;p3"/>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376" name="PlaceHolder 1"/>
          <p:cNvSpPr>
            <a:spLocks noGrp="1"/>
          </p:cNvSpPr>
          <p:nvPr>
            <p:ph type="title"/>
          </p:nvPr>
        </p:nvSpPr>
        <p:spPr>
          <a:xfrm>
            <a:off x="720360" y="2574360"/>
            <a:ext cx="3851640" cy="730080"/>
          </a:xfrm>
          <a:prstGeom prst="rect">
            <a:avLst/>
          </a:prstGeom>
          <a:noFill/>
          <a:ln w="0">
            <a:noFill/>
          </a:ln>
        </p:spPr>
        <p:txBody>
          <a:bodyPr lIns="91440" rIns="91440" tIns="91440" bIns="91440" anchor="ctr">
            <a:noAutofit/>
          </a:bodyPr>
          <a:p>
            <a:pPr indent="0">
              <a:buNone/>
            </a:pPr>
            <a:r>
              <a:rPr b="0" lang="fr-FR" sz="5500" strike="noStrike" u="none">
                <a:solidFill>
                  <a:schemeClr val="dk1"/>
                </a:solidFill>
                <a:effectLst/>
                <a:uFillTx/>
                <a:latin typeface="Arial"/>
              </a:rPr>
              <a:t>Click to edit the title text format</a:t>
            </a:r>
            <a:endParaRPr b="0" lang="fr-FR" sz="5500" strike="noStrike" u="none">
              <a:solidFill>
                <a:schemeClr val="dk1"/>
              </a:solidFill>
              <a:effectLst/>
              <a:uFillTx/>
              <a:latin typeface="Arial"/>
            </a:endParaRPr>
          </a:p>
        </p:txBody>
      </p:sp>
      <p:sp>
        <p:nvSpPr>
          <p:cNvPr id="377" name="PlaceHolder 2"/>
          <p:cNvSpPr>
            <a:spLocks noGrp="1"/>
          </p:cNvSpPr>
          <p:nvPr>
            <p:ph type="title"/>
          </p:nvPr>
        </p:nvSpPr>
        <p:spPr>
          <a:xfrm>
            <a:off x="720000" y="1799280"/>
            <a:ext cx="3851640" cy="774720"/>
          </a:xfrm>
          <a:prstGeom prst="rect">
            <a:avLst/>
          </a:prstGeom>
          <a:noFill/>
          <a:ln w="0">
            <a:noFill/>
          </a:ln>
        </p:spPr>
        <p:txBody>
          <a:bodyPr lIns="91440" rIns="91440" tIns="91440" bIns="91440" anchor="ctr">
            <a:noAutofit/>
          </a:bodyPr>
          <a:p>
            <a:pPr indent="0" algn="r">
              <a:lnSpc>
                <a:spcPct val="100000"/>
              </a:lnSpc>
              <a:buNone/>
            </a:pPr>
            <a:r>
              <a:rPr b="0" lang="fr-FR" sz="7200" strike="noStrike" u="none">
                <a:solidFill>
                  <a:schemeClr val="accent2"/>
                </a:solidFill>
                <a:effectLst/>
                <a:uFillTx/>
                <a:latin typeface="Paytone One"/>
                <a:ea typeface="Paytone One"/>
              </a:rPr>
              <a:t>xx%</a:t>
            </a:r>
            <a:endParaRPr b="0" lang="fr-FR" sz="72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_1_1">
    <p:bg>
      <p:bgPr>
        <a:solidFill>
          <a:schemeClr val="accent1"/>
        </a:solidFill>
      </p:bgPr>
    </p:bg>
    <p:spTree>
      <p:nvGrpSpPr>
        <p:cNvPr id="1" name=""/>
        <p:cNvGrpSpPr/>
        <p:nvPr/>
      </p:nvGrpSpPr>
      <p:grpSpPr>
        <a:xfrm>
          <a:off x="0" y="0"/>
          <a:ext cx="0" cy="0"/>
          <a:chOff x="0" y="0"/>
          <a:chExt cx="0" cy="0"/>
        </a:xfrm>
      </p:grpSpPr>
      <p:sp>
        <p:nvSpPr>
          <p:cNvPr id="378" name="Google Shape;616;p21"/>
          <p:cNvSpPr/>
          <p:nvPr/>
        </p:nvSpPr>
        <p:spPr>
          <a:xfrm>
            <a:off x="14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79" name="Google Shape;617;p21"/>
          <p:cNvGrpSpPr/>
          <p:nvPr/>
        </p:nvGrpSpPr>
        <p:grpSpPr>
          <a:xfrm>
            <a:off x="326160" y="3704400"/>
            <a:ext cx="1173600" cy="1129680"/>
            <a:chOff x="326160" y="3704400"/>
            <a:chExt cx="1173600" cy="1129680"/>
          </a:xfrm>
        </p:grpSpPr>
        <p:sp>
          <p:nvSpPr>
            <p:cNvPr id="380" name="Google Shape;618;p21"/>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1" name="Google Shape;619;p21"/>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2" name="Google Shape;620;p21"/>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3" name="Google Shape;621;p21"/>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4" name="Google Shape;622;p21"/>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5" name="Google Shape;623;p21"/>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6" name="Google Shape;624;p21"/>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7" name="Google Shape;625;p21"/>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8" name="Google Shape;626;p21"/>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9" name="Google Shape;627;p21"/>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0" name="Google Shape;628;p21"/>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1" name="Google Shape;629;p21"/>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2" name="Google Shape;630;p21"/>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3" name="Google Shape;631;p21"/>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4" name="Google Shape;632;p21"/>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5" name="Google Shape;633;p21"/>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6" name="Google Shape;634;p21"/>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7" name="Google Shape;635;p21"/>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8" name="Google Shape;636;p21"/>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9" name="Google Shape;637;p21"/>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0" name="Google Shape;638;p21"/>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1" name="Google Shape;639;p21"/>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2" name="Google Shape;640;p21"/>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3" name="Google Shape;641;p21"/>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4" name="Google Shape;642;p21"/>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0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_1_1_1_1">
    <p:bg>
      <p:bgPr>
        <a:solidFill>
          <a:schemeClr val="accent1"/>
        </a:solidFill>
      </p:bgPr>
    </p:bg>
    <p:spTree>
      <p:nvGrpSpPr>
        <p:cNvPr id="1" name=""/>
        <p:cNvGrpSpPr/>
        <p:nvPr/>
      </p:nvGrpSpPr>
      <p:grpSpPr>
        <a:xfrm>
          <a:off x="0" y="0"/>
          <a:ext cx="0" cy="0"/>
          <a:chOff x="0" y="0"/>
          <a:chExt cx="0" cy="0"/>
        </a:xfrm>
      </p:grpSpPr>
      <p:sp>
        <p:nvSpPr>
          <p:cNvPr id="40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407" name="Google Shape;646;p22"/>
          <p:cNvGrpSpPr/>
          <p:nvPr/>
        </p:nvGrpSpPr>
        <p:grpSpPr>
          <a:xfrm>
            <a:off x="311040" y="317520"/>
            <a:ext cx="1173600" cy="1129680"/>
            <a:chOff x="311040" y="317520"/>
            <a:chExt cx="1173600" cy="1129680"/>
          </a:xfrm>
        </p:grpSpPr>
        <p:sp>
          <p:nvSpPr>
            <p:cNvPr id="408" name="Google Shape;647;p22"/>
            <p:cNvSpPr/>
            <p:nvPr/>
          </p:nvSpPr>
          <p:spPr>
            <a:xfrm rot="16200000">
              <a:off x="311760" y="1385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9" name="Google Shape;648;p22"/>
            <p:cNvSpPr/>
            <p:nvPr/>
          </p:nvSpPr>
          <p:spPr>
            <a:xfrm rot="16200000">
              <a:off x="311760" y="1119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0" name="Google Shape;649;p22"/>
            <p:cNvSpPr/>
            <p:nvPr/>
          </p:nvSpPr>
          <p:spPr>
            <a:xfrm rot="16200000">
              <a:off x="311040" y="851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1" name="Google Shape;650;p22"/>
            <p:cNvSpPr/>
            <p:nvPr/>
          </p:nvSpPr>
          <p:spPr>
            <a:xfrm rot="16200000">
              <a:off x="311040" y="584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2" name="Google Shape;651;p22"/>
            <p:cNvSpPr/>
            <p:nvPr/>
          </p:nvSpPr>
          <p:spPr>
            <a:xfrm rot="16200000">
              <a:off x="312120" y="318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3" name="Google Shape;652;p22"/>
            <p:cNvSpPr/>
            <p:nvPr/>
          </p:nvSpPr>
          <p:spPr>
            <a:xfrm rot="16200000">
              <a:off x="588240" y="138960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4" name="Google Shape;653;p22"/>
            <p:cNvSpPr/>
            <p:nvPr/>
          </p:nvSpPr>
          <p:spPr>
            <a:xfrm rot="16200000">
              <a:off x="587160" y="1123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5" name="Google Shape;654;p22"/>
            <p:cNvSpPr/>
            <p:nvPr/>
          </p:nvSpPr>
          <p:spPr>
            <a:xfrm rot="16200000">
              <a:off x="587160" y="856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6" name="Google Shape;655;p22"/>
            <p:cNvSpPr/>
            <p:nvPr/>
          </p:nvSpPr>
          <p:spPr>
            <a:xfrm rot="16200000">
              <a:off x="587160" y="589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7" name="Google Shape;656;p22"/>
            <p:cNvSpPr/>
            <p:nvPr/>
          </p:nvSpPr>
          <p:spPr>
            <a:xfrm rot="16200000">
              <a:off x="586800" y="322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8" name="Google Shape;657;p22"/>
            <p:cNvSpPr/>
            <p:nvPr/>
          </p:nvSpPr>
          <p:spPr>
            <a:xfrm rot="16200000">
              <a:off x="867240" y="1390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9" name="Google Shape;658;p22"/>
            <p:cNvSpPr/>
            <p:nvPr/>
          </p:nvSpPr>
          <p:spPr>
            <a:xfrm rot="16200000">
              <a:off x="867240" y="1123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0" name="Google Shape;659;p22"/>
            <p:cNvSpPr/>
            <p:nvPr/>
          </p:nvSpPr>
          <p:spPr>
            <a:xfrm rot="16200000">
              <a:off x="867240" y="856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1" name="Google Shape;660;p22"/>
            <p:cNvSpPr/>
            <p:nvPr/>
          </p:nvSpPr>
          <p:spPr>
            <a:xfrm rot="16200000">
              <a:off x="867240" y="589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2" name="Google Shape;661;p22"/>
            <p:cNvSpPr/>
            <p:nvPr/>
          </p:nvSpPr>
          <p:spPr>
            <a:xfrm rot="16200000">
              <a:off x="866880" y="322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3" name="Google Shape;662;p22"/>
            <p:cNvSpPr/>
            <p:nvPr/>
          </p:nvSpPr>
          <p:spPr>
            <a:xfrm rot="16200000">
              <a:off x="1148760" y="138960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4" name="Google Shape;663;p22"/>
            <p:cNvSpPr/>
            <p:nvPr/>
          </p:nvSpPr>
          <p:spPr>
            <a:xfrm rot="16200000">
              <a:off x="1147680" y="1123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5" name="Google Shape;664;p22"/>
            <p:cNvSpPr/>
            <p:nvPr/>
          </p:nvSpPr>
          <p:spPr>
            <a:xfrm rot="16200000">
              <a:off x="1147680" y="856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6" name="Google Shape;665;p22"/>
            <p:cNvSpPr/>
            <p:nvPr/>
          </p:nvSpPr>
          <p:spPr>
            <a:xfrm rot="16200000">
              <a:off x="1147680" y="589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7" name="Google Shape;666;p22"/>
            <p:cNvSpPr/>
            <p:nvPr/>
          </p:nvSpPr>
          <p:spPr>
            <a:xfrm rot="16200000">
              <a:off x="1147320" y="322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8" name="Google Shape;667;p22"/>
            <p:cNvSpPr/>
            <p:nvPr/>
          </p:nvSpPr>
          <p:spPr>
            <a:xfrm rot="16200000">
              <a:off x="1427760" y="1390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9" name="Google Shape;668;p22"/>
            <p:cNvSpPr/>
            <p:nvPr/>
          </p:nvSpPr>
          <p:spPr>
            <a:xfrm rot="16200000">
              <a:off x="1427760" y="1123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0" name="Google Shape;669;p22"/>
            <p:cNvSpPr/>
            <p:nvPr/>
          </p:nvSpPr>
          <p:spPr>
            <a:xfrm rot="16200000">
              <a:off x="1427760" y="856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1" name="Google Shape;670;p22"/>
            <p:cNvSpPr/>
            <p:nvPr/>
          </p:nvSpPr>
          <p:spPr>
            <a:xfrm rot="16200000">
              <a:off x="1427760" y="589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2" name="Google Shape;671;p22"/>
            <p:cNvSpPr/>
            <p:nvPr/>
          </p:nvSpPr>
          <p:spPr>
            <a:xfrm rot="16200000">
              <a:off x="1427400" y="321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
    <p:bg>
      <p:bgPr>
        <a:solidFill>
          <a:schemeClr val="accent1"/>
        </a:solidFill>
      </p:bgPr>
    </p:bg>
    <p:spTree>
      <p:nvGrpSpPr>
        <p:cNvPr id="1" name=""/>
        <p:cNvGrpSpPr/>
        <p:nvPr/>
      </p:nvGrpSpPr>
      <p:grpSpPr>
        <a:xfrm>
          <a:off x="0" y="0"/>
          <a:ext cx="0" cy="0"/>
          <a:chOff x="0" y="0"/>
          <a:chExt cx="0" cy="0"/>
        </a:xfrm>
      </p:grpSpPr>
      <p:sp>
        <p:nvSpPr>
          <p:cNvPr id="433" name="PlaceHolder 1"/>
          <p:cNvSpPr>
            <a:spLocks noGrp="1"/>
          </p:cNvSpPr>
          <p:nvPr>
            <p:ph type="title"/>
          </p:nvPr>
        </p:nvSpPr>
        <p:spPr>
          <a:xfrm>
            <a:off x="2391840" y="3044520"/>
            <a:ext cx="4359960" cy="531720"/>
          </a:xfrm>
          <a:prstGeom prst="rect">
            <a:avLst/>
          </a:prstGeom>
          <a:noFill/>
          <a:ln w="0">
            <a:noFill/>
          </a:ln>
        </p:spPr>
        <p:txBody>
          <a:bodyPr lIns="91440" rIns="91440" tIns="91440" bIns="91440" anchor="ctr">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
        <p:nvSpPr>
          <p:cNvPr id="434" name="Google Shape;675;p23"/>
          <p:cNvSpPr/>
          <p:nvPr/>
        </p:nvSpPr>
        <p:spPr>
          <a:xfrm>
            <a:off x="14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435" name="Google Shape;676;p23"/>
          <p:cNvGrpSpPr/>
          <p:nvPr/>
        </p:nvGrpSpPr>
        <p:grpSpPr>
          <a:xfrm>
            <a:off x="326160" y="3704400"/>
            <a:ext cx="1173600" cy="1129680"/>
            <a:chOff x="326160" y="3704400"/>
            <a:chExt cx="1173600" cy="1129680"/>
          </a:xfrm>
        </p:grpSpPr>
        <p:sp>
          <p:nvSpPr>
            <p:cNvPr id="436" name="Google Shape;677;p23"/>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7" name="Google Shape;678;p23"/>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8" name="Google Shape;679;p23"/>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9" name="Google Shape;680;p23"/>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0" name="Google Shape;681;p23"/>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1" name="Google Shape;682;p23"/>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2" name="Google Shape;683;p23"/>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3" name="Google Shape;684;p23"/>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4" name="Google Shape;685;p23"/>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5" name="Google Shape;686;p23"/>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6" name="Google Shape;687;p23"/>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7" name="Google Shape;688;p23"/>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8" name="Google Shape;689;p23"/>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9" name="Google Shape;690;p23"/>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0" name="Google Shape;691;p23"/>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1" name="Google Shape;692;p23"/>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2" name="Google Shape;693;p23"/>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3" name="Google Shape;694;p23"/>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4" name="Google Shape;695;p23"/>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5" name="Google Shape;696;p23"/>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6" name="Google Shape;697;p23"/>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7" name="Google Shape;698;p23"/>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8" name="Google Shape;699;p23"/>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9" name="Google Shape;700;p23"/>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0" name="Google Shape;701;p23"/>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2">
    <p:bg>
      <p:bgPr>
        <a:solidFill>
          <a:schemeClr val="accent1"/>
        </a:solidFill>
      </p:bgPr>
    </p:bg>
    <p:spTree>
      <p:nvGrpSpPr>
        <p:cNvPr id="1" name=""/>
        <p:cNvGrpSpPr/>
        <p:nvPr/>
      </p:nvGrpSpPr>
      <p:grpSpPr>
        <a:xfrm>
          <a:off x="0" y="0"/>
          <a:ext cx="0" cy="0"/>
          <a:chOff x="0" y="0"/>
          <a:chExt cx="0" cy="0"/>
        </a:xfrm>
      </p:grpSpPr>
      <p:sp>
        <p:nvSpPr>
          <p:cNvPr id="46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462" name="PlaceHolder 2"/>
          <p:cNvSpPr>
            <a:spLocks noGrp="1"/>
          </p:cNvSpPr>
          <p:nvPr>
            <p:ph type="title"/>
          </p:nvPr>
        </p:nvSpPr>
        <p:spPr>
          <a:xfrm>
            <a:off x="720000" y="2994480"/>
            <a:ext cx="2336040" cy="52740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463" name="PlaceHolder 3"/>
          <p:cNvSpPr>
            <a:spLocks noGrp="1"/>
          </p:cNvSpPr>
          <p:nvPr>
            <p:ph type="title"/>
          </p:nvPr>
        </p:nvSpPr>
        <p:spPr>
          <a:xfrm>
            <a:off x="3403800" y="2994480"/>
            <a:ext cx="2336040" cy="52740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464" name="PlaceHolder 4"/>
          <p:cNvSpPr>
            <a:spLocks noGrp="1"/>
          </p:cNvSpPr>
          <p:nvPr>
            <p:ph type="title"/>
          </p:nvPr>
        </p:nvSpPr>
        <p:spPr>
          <a:xfrm>
            <a:off x="6087600" y="2994480"/>
            <a:ext cx="2336040" cy="52740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grpSp>
        <p:nvGrpSpPr>
          <p:cNvPr id="465" name="Google Shape;710;p24"/>
          <p:cNvGrpSpPr/>
          <p:nvPr/>
        </p:nvGrpSpPr>
        <p:grpSpPr>
          <a:xfrm>
            <a:off x="7639920" y="326520"/>
            <a:ext cx="1173240" cy="1129680"/>
            <a:chOff x="7639920" y="326520"/>
            <a:chExt cx="1173240" cy="1129680"/>
          </a:xfrm>
        </p:grpSpPr>
        <p:sp>
          <p:nvSpPr>
            <p:cNvPr id="466" name="Google Shape;711;p24"/>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7" name="Google Shape;712;p24"/>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8" name="Google Shape;713;p24"/>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9" name="Google Shape;714;p24"/>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0" name="Google Shape;715;p24"/>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1" name="Google Shape;716;p24"/>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2" name="Google Shape;717;p24"/>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3" name="Google Shape;718;p24"/>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4" name="Google Shape;719;p24"/>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5" name="Google Shape;720;p24"/>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6" name="Google Shape;721;p24"/>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7" name="Google Shape;722;p24"/>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8" name="Google Shape;723;p24"/>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9" name="Google Shape;724;p24"/>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0" name="Google Shape;725;p24"/>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1" name="Google Shape;726;p24"/>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2" name="Google Shape;727;p24"/>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3" name="Google Shape;728;p24"/>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4" name="Google Shape;729;p24"/>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5" name="Google Shape;730;p24"/>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6" name="Google Shape;731;p24"/>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7" name="Google Shape;732;p24"/>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8" name="Google Shape;733;p24"/>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9" name="Google Shape;734;p24"/>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0" name="Google Shape;735;p24"/>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
    <p:bg>
      <p:bgPr>
        <a:solidFill>
          <a:schemeClr val="accent1"/>
        </a:solidFill>
      </p:bgPr>
    </p:bg>
    <p:spTree>
      <p:nvGrpSpPr>
        <p:cNvPr id="1" name=""/>
        <p:cNvGrpSpPr/>
        <p:nvPr/>
      </p:nvGrpSpPr>
      <p:grpSpPr>
        <a:xfrm>
          <a:off x="0" y="0"/>
          <a:ext cx="0" cy="0"/>
          <a:chOff x="0" y="0"/>
          <a:chExt cx="0" cy="0"/>
        </a:xfrm>
      </p:grpSpPr>
      <p:sp>
        <p:nvSpPr>
          <p:cNvPr id="49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492" name="PlaceHolder 2"/>
          <p:cNvSpPr>
            <a:spLocks noGrp="1"/>
          </p:cNvSpPr>
          <p:nvPr>
            <p:ph type="title"/>
          </p:nvPr>
        </p:nvSpPr>
        <p:spPr>
          <a:xfrm>
            <a:off x="720000" y="1987560"/>
            <a:ext cx="2305080" cy="4107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493" name="PlaceHolder 3"/>
          <p:cNvSpPr>
            <a:spLocks noGrp="1"/>
          </p:cNvSpPr>
          <p:nvPr>
            <p:ph type="title"/>
          </p:nvPr>
        </p:nvSpPr>
        <p:spPr>
          <a:xfrm>
            <a:off x="3419280" y="1987560"/>
            <a:ext cx="2305080" cy="4107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494" name="PlaceHolder 4"/>
          <p:cNvSpPr>
            <a:spLocks noGrp="1"/>
          </p:cNvSpPr>
          <p:nvPr>
            <p:ph type="title"/>
          </p:nvPr>
        </p:nvSpPr>
        <p:spPr>
          <a:xfrm>
            <a:off x="720000" y="3755880"/>
            <a:ext cx="2305080" cy="4107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495" name="PlaceHolder 5"/>
          <p:cNvSpPr>
            <a:spLocks noGrp="1"/>
          </p:cNvSpPr>
          <p:nvPr>
            <p:ph type="title"/>
          </p:nvPr>
        </p:nvSpPr>
        <p:spPr>
          <a:xfrm>
            <a:off x="3419280" y="3755880"/>
            <a:ext cx="2305080" cy="4107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496" name="PlaceHolder 6"/>
          <p:cNvSpPr>
            <a:spLocks noGrp="1"/>
          </p:cNvSpPr>
          <p:nvPr>
            <p:ph type="title"/>
          </p:nvPr>
        </p:nvSpPr>
        <p:spPr>
          <a:xfrm>
            <a:off x="6118560" y="1987560"/>
            <a:ext cx="2305080" cy="4107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
        <p:nvSpPr>
          <p:cNvPr id="497" name="PlaceHolder 7"/>
          <p:cNvSpPr>
            <a:spLocks noGrp="1"/>
          </p:cNvSpPr>
          <p:nvPr>
            <p:ph type="title"/>
          </p:nvPr>
        </p:nvSpPr>
        <p:spPr>
          <a:xfrm>
            <a:off x="6118560" y="3755880"/>
            <a:ext cx="2305080" cy="410760"/>
          </a:xfrm>
          <a:prstGeom prst="rect">
            <a:avLst/>
          </a:prstGeom>
          <a:noFill/>
          <a:ln w="0">
            <a:noFill/>
          </a:ln>
        </p:spPr>
        <p:txBody>
          <a:bodyPr lIns="91440" rIns="91440" tIns="91440" bIns="91440" anchor="ctr">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grpSp>
        <p:nvGrpSpPr>
          <p:cNvPr id="498" name="Google Shape;750;p25"/>
          <p:cNvGrpSpPr/>
          <p:nvPr/>
        </p:nvGrpSpPr>
        <p:grpSpPr>
          <a:xfrm>
            <a:off x="7639920" y="326520"/>
            <a:ext cx="1173240" cy="1129680"/>
            <a:chOff x="7639920" y="326520"/>
            <a:chExt cx="1173240" cy="1129680"/>
          </a:xfrm>
        </p:grpSpPr>
        <p:sp>
          <p:nvSpPr>
            <p:cNvPr id="499" name="Google Shape;751;p25"/>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0" name="Google Shape;752;p25"/>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1" name="Google Shape;753;p25"/>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2" name="Google Shape;754;p25"/>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3" name="Google Shape;755;p25"/>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4" name="Google Shape;756;p25"/>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5" name="Google Shape;757;p25"/>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6" name="Google Shape;758;p25"/>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7" name="Google Shape;759;p25"/>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8" name="Google Shape;760;p25"/>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9" name="Google Shape;761;p25"/>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0" name="Google Shape;762;p25"/>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1" name="Google Shape;763;p25"/>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2" name="Google Shape;764;p25"/>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3" name="Google Shape;765;p25"/>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4" name="Google Shape;766;p25"/>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5" name="Google Shape;767;p25"/>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6" name="Google Shape;768;p25"/>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7" name="Google Shape;769;p25"/>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8" name="Google Shape;770;p25"/>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9" name="Google Shape;771;p25"/>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0" name="Google Shape;772;p25"/>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1" name="Google Shape;773;p25"/>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2" name="Google Shape;774;p25"/>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3" name="Google Shape;775;p25"/>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24" name="Google Shape;776;p25"/>
          <p:cNvGrpSpPr/>
          <p:nvPr/>
        </p:nvGrpSpPr>
        <p:grpSpPr>
          <a:xfrm>
            <a:off x="7639920" y="326520"/>
            <a:ext cx="1173240" cy="1129680"/>
            <a:chOff x="7639920" y="326520"/>
            <a:chExt cx="1173240" cy="1129680"/>
          </a:xfrm>
        </p:grpSpPr>
        <p:sp>
          <p:nvSpPr>
            <p:cNvPr id="525" name="Google Shape;777;p25"/>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6" name="Google Shape;778;p25"/>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7" name="Google Shape;779;p25"/>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8" name="Google Shape;780;p25"/>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9" name="Google Shape;781;p25"/>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0" name="Google Shape;782;p25"/>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1" name="Google Shape;783;p25"/>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2" name="Google Shape;784;p25"/>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3" name="Google Shape;785;p25"/>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4" name="Google Shape;786;p25"/>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5" name="Google Shape;787;p25"/>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6" name="Google Shape;788;p25"/>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7" name="Google Shape;789;p25"/>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8" name="Google Shape;790;p25"/>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9" name="Google Shape;791;p25"/>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0" name="Google Shape;792;p25"/>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1" name="Google Shape;793;p25"/>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2" name="Google Shape;794;p25"/>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3" name="Google Shape;795;p25"/>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4" name="Google Shape;796;p25"/>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5" name="Google Shape;797;p25"/>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6" name="Google Shape;798;p25"/>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7" name="Google Shape;799;p25"/>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8" name="Google Shape;800;p25"/>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9" name="Google Shape;801;p25"/>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accent1"/>
        </a:solidFill>
      </p:bgPr>
    </p:bg>
    <p:spTree>
      <p:nvGrpSpPr>
        <p:cNvPr id="1" name=""/>
        <p:cNvGrpSpPr/>
        <p:nvPr/>
      </p:nvGrpSpPr>
      <p:grpSpPr>
        <a:xfrm>
          <a:off x="0" y="0"/>
          <a:ext cx="0" cy="0"/>
          <a:chOff x="0" y="0"/>
          <a:chExt cx="0" cy="0"/>
        </a:xfrm>
      </p:grpSpPr>
      <p:sp>
        <p:nvSpPr>
          <p:cNvPr id="550" name="Google Shape;803;p26"/>
          <p:cNvSpPr/>
          <p:nvPr/>
        </p:nvSpPr>
        <p:spPr>
          <a:xfrm>
            <a:off x="73166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51" name="Google Shape;804;p26"/>
          <p:cNvGrpSpPr/>
          <p:nvPr/>
        </p:nvGrpSpPr>
        <p:grpSpPr>
          <a:xfrm>
            <a:off x="7639920" y="326520"/>
            <a:ext cx="1173240" cy="1129680"/>
            <a:chOff x="7639920" y="326520"/>
            <a:chExt cx="1173240" cy="1129680"/>
          </a:xfrm>
        </p:grpSpPr>
        <p:sp>
          <p:nvSpPr>
            <p:cNvPr id="552" name="Google Shape;805;p26"/>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3" name="Google Shape;806;p26"/>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4" name="Google Shape;807;p26"/>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5" name="Google Shape;808;p26"/>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6" name="Google Shape;809;p26"/>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7" name="Google Shape;810;p26"/>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8" name="Google Shape;811;p26"/>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9" name="Google Shape;812;p26"/>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0" name="Google Shape;813;p26"/>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1" name="Google Shape;814;p26"/>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2" name="Google Shape;815;p26"/>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3" name="Google Shape;816;p26"/>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4" name="Google Shape;817;p26"/>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5" name="Google Shape;818;p26"/>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6" name="Google Shape;819;p26"/>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7" name="Google Shape;820;p26"/>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8" name="Google Shape;821;p26"/>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9" name="Google Shape;822;p26"/>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0" name="Google Shape;823;p26"/>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1" name="Google Shape;824;p26"/>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2" name="Google Shape;825;p26"/>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3" name="Google Shape;826;p26"/>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4" name="Google Shape;827;p26"/>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5" name="Google Shape;828;p26"/>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6" name="Google Shape;829;p26"/>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577" name="Google Shape;830;p26"/>
          <p:cNvSpPr/>
          <p:nvPr/>
        </p:nvSpPr>
        <p:spPr>
          <a:xfrm>
            <a:off x="14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78" name="Google Shape;831;p26"/>
          <p:cNvGrpSpPr/>
          <p:nvPr/>
        </p:nvGrpSpPr>
        <p:grpSpPr>
          <a:xfrm>
            <a:off x="326160" y="3704400"/>
            <a:ext cx="1173600" cy="1129680"/>
            <a:chOff x="326160" y="3704400"/>
            <a:chExt cx="1173600" cy="1129680"/>
          </a:xfrm>
        </p:grpSpPr>
        <p:sp>
          <p:nvSpPr>
            <p:cNvPr id="579" name="Google Shape;832;p26"/>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0" name="Google Shape;833;p26"/>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1" name="Google Shape;834;p26"/>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2" name="Google Shape;835;p26"/>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3" name="Google Shape;836;p26"/>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4" name="Google Shape;837;p26"/>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5" name="Google Shape;838;p26"/>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6" name="Google Shape;839;p26"/>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7" name="Google Shape;840;p26"/>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8" name="Google Shape;841;p26"/>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9" name="Google Shape;842;p26"/>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0" name="Google Shape;843;p26"/>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1" name="Google Shape;844;p26"/>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2" name="Google Shape;845;p26"/>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3" name="Google Shape;846;p26"/>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4" name="Google Shape;847;p26"/>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5" name="Google Shape;848;p26"/>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6" name="Google Shape;849;p26"/>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7" name="Google Shape;850;p26"/>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8" name="Google Shape;851;p26"/>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9" name="Google Shape;852;p26"/>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0" name="Google Shape;853;p26"/>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1" name="Google Shape;854;p26"/>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2" name="Google Shape;855;p26"/>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3" name="Google Shape;856;p26"/>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04" name="PlaceHolder 1"/>
          <p:cNvSpPr>
            <a:spLocks noGrp="1"/>
          </p:cNvSpPr>
          <p:nvPr>
            <p:ph type="title"/>
          </p:nvPr>
        </p:nvSpPr>
        <p:spPr>
          <a:xfrm>
            <a:off x="2642760" y="540000"/>
            <a:ext cx="3858480" cy="705600"/>
          </a:xfrm>
          <a:prstGeom prst="rect">
            <a:avLst/>
          </a:prstGeom>
          <a:noFill/>
          <a:ln w="0">
            <a:noFill/>
          </a:ln>
        </p:spPr>
        <p:txBody>
          <a:bodyPr lIns="91440" rIns="91440" tIns="91440" bIns="91440" anchor="ctr">
            <a:noAutofit/>
          </a:bodyPr>
          <a:p>
            <a:pPr indent="0" algn="ctr">
              <a:lnSpc>
                <a:spcPct val="100000"/>
              </a:lnSpc>
              <a:buNone/>
            </a:pPr>
            <a:r>
              <a:rPr b="0" lang="fr-FR" sz="6200" strike="noStrike" u="none">
                <a:solidFill>
                  <a:schemeClr val="accent2"/>
                </a:solidFill>
                <a:effectLst/>
                <a:uFillTx/>
                <a:latin typeface="Paytone One"/>
                <a:ea typeface="Paytone One"/>
              </a:rPr>
              <a:t>xx%</a:t>
            </a:r>
            <a:endParaRPr b="0" lang="fr-FR" sz="6200" strike="noStrike" u="none">
              <a:solidFill>
                <a:schemeClr val="dk1"/>
              </a:solidFill>
              <a:effectLst/>
              <a:uFillTx/>
              <a:latin typeface="Arial"/>
            </a:endParaRPr>
          </a:p>
        </p:txBody>
      </p:sp>
      <p:sp>
        <p:nvSpPr>
          <p:cNvPr id="605" name="PlaceHolder 2"/>
          <p:cNvSpPr>
            <a:spLocks noGrp="1"/>
          </p:cNvSpPr>
          <p:nvPr>
            <p:ph type="title"/>
          </p:nvPr>
        </p:nvSpPr>
        <p:spPr>
          <a:xfrm>
            <a:off x="2642760" y="2036160"/>
            <a:ext cx="3858480" cy="705600"/>
          </a:xfrm>
          <a:prstGeom prst="rect">
            <a:avLst/>
          </a:prstGeom>
          <a:noFill/>
          <a:ln w="0">
            <a:noFill/>
          </a:ln>
        </p:spPr>
        <p:txBody>
          <a:bodyPr lIns="91440" rIns="91440" tIns="91440" bIns="91440" anchor="ctr">
            <a:noAutofit/>
          </a:bodyPr>
          <a:p>
            <a:pPr indent="0" algn="ctr">
              <a:lnSpc>
                <a:spcPct val="100000"/>
              </a:lnSpc>
              <a:buNone/>
            </a:pPr>
            <a:r>
              <a:rPr b="0" lang="fr-FR" sz="6200" strike="noStrike" u="none">
                <a:solidFill>
                  <a:schemeClr val="accent2"/>
                </a:solidFill>
                <a:effectLst/>
                <a:uFillTx/>
                <a:latin typeface="Paytone One"/>
                <a:ea typeface="Paytone One"/>
              </a:rPr>
              <a:t>xx%</a:t>
            </a:r>
            <a:endParaRPr b="0" lang="fr-FR" sz="6200" strike="noStrike" u="none">
              <a:solidFill>
                <a:schemeClr val="dk1"/>
              </a:solidFill>
              <a:effectLst/>
              <a:uFillTx/>
              <a:latin typeface="Arial"/>
            </a:endParaRPr>
          </a:p>
        </p:txBody>
      </p:sp>
      <p:sp>
        <p:nvSpPr>
          <p:cNvPr id="606" name="PlaceHolder 3"/>
          <p:cNvSpPr>
            <a:spLocks noGrp="1"/>
          </p:cNvSpPr>
          <p:nvPr>
            <p:ph type="title"/>
          </p:nvPr>
        </p:nvSpPr>
        <p:spPr>
          <a:xfrm>
            <a:off x="2642760" y="3539520"/>
            <a:ext cx="3858480" cy="705600"/>
          </a:xfrm>
          <a:prstGeom prst="rect">
            <a:avLst/>
          </a:prstGeom>
          <a:noFill/>
          <a:ln w="0">
            <a:noFill/>
          </a:ln>
        </p:spPr>
        <p:txBody>
          <a:bodyPr lIns="91440" rIns="91440" tIns="91440" bIns="91440" anchor="ctr">
            <a:noAutofit/>
          </a:bodyPr>
          <a:p>
            <a:pPr indent="0" algn="ctr">
              <a:lnSpc>
                <a:spcPct val="100000"/>
              </a:lnSpc>
              <a:buNone/>
            </a:pPr>
            <a:r>
              <a:rPr b="0" lang="fr-FR" sz="6200" strike="noStrike" u="none">
                <a:solidFill>
                  <a:schemeClr val="accent2"/>
                </a:solidFill>
                <a:effectLst/>
                <a:uFillTx/>
                <a:latin typeface="Paytone One"/>
                <a:ea typeface="Paytone One"/>
              </a:rPr>
              <a:t>xx%</a:t>
            </a:r>
            <a:endParaRPr b="0" lang="fr-FR" sz="62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_1_1_1_1_1_1_2">
    <p:bg>
      <p:bgPr>
        <a:solidFill>
          <a:schemeClr val="accent1"/>
        </a:solidFill>
      </p:bgPr>
    </p:bg>
    <p:spTree>
      <p:nvGrpSpPr>
        <p:cNvPr id="1" name=""/>
        <p:cNvGrpSpPr/>
        <p:nvPr/>
      </p:nvGrpSpPr>
      <p:grpSpPr>
        <a:xfrm>
          <a:off x="0" y="0"/>
          <a:ext cx="0" cy="0"/>
          <a:chOff x="0" y="0"/>
          <a:chExt cx="0" cy="0"/>
        </a:xfrm>
      </p:grpSpPr>
      <p:sp>
        <p:nvSpPr>
          <p:cNvPr id="607" name="PlaceHolder 1"/>
          <p:cNvSpPr>
            <a:spLocks noGrp="1"/>
          </p:cNvSpPr>
          <p:nvPr>
            <p:ph type="title"/>
          </p:nvPr>
        </p:nvSpPr>
        <p:spPr>
          <a:xfrm>
            <a:off x="720000" y="535320"/>
            <a:ext cx="7703640" cy="813960"/>
          </a:xfrm>
          <a:prstGeom prst="rect">
            <a:avLst/>
          </a:prstGeom>
          <a:noFill/>
          <a:ln w="0">
            <a:noFill/>
          </a:ln>
        </p:spPr>
        <p:txBody>
          <a:bodyPr lIns="91440" rIns="91440" tIns="91440" bIns="91440" anchor="ctr">
            <a:noAutofit/>
          </a:bodyPr>
          <a:p>
            <a:pPr indent="0">
              <a:buNone/>
            </a:pPr>
            <a:r>
              <a:rPr b="0" lang="fr-FR" sz="7200" strike="noStrike" u="none">
                <a:solidFill>
                  <a:schemeClr val="dk1"/>
                </a:solidFill>
                <a:effectLst/>
                <a:uFillTx/>
                <a:latin typeface="Arial"/>
              </a:rPr>
              <a:t>Click to edit the title text format</a:t>
            </a:r>
            <a:endParaRPr b="0" lang="fr-FR" sz="7200" strike="noStrike" u="none">
              <a:solidFill>
                <a:schemeClr val="dk1"/>
              </a:solidFill>
              <a:effectLst/>
              <a:uFillTx/>
              <a:latin typeface="Arial"/>
            </a:endParaRPr>
          </a:p>
        </p:txBody>
      </p:sp>
      <p:sp>
        <p:nvSpPr>
          <p:cNvPr id="608" name="Google Shape;866;p27"/>
          <p:cNvSpPr/>
          <p:nvPr/>
        </p:nvSpPr>
        <p:spPr>
          <a:xfrm>
            <a:off x="14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609" name="Google Shape;867;p27"/>
          <p:cNvGrpSpPr/>
          <p:nvPr/>
        </p:nvGrpSpPr>
        <p:grpSpPr>
          <a:xfrm>
            <a:off x="326160" y="3704400"/>
            <a:ext cx="1173600" cy="1129680"/>
            <a:chOff x="326160" y="3704400"/>
            <a:chExt cx="1173600" cy="1129680"/>
          </a:xfrm>
        </p:grpSpPr>
        <p:sp>
          <p:nvSpPr>
            <p:cNvPr id="610" name="Google Shape;868;p27"/>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1" name="Google Shape;869;p27"/>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2" name="Google Shape;870;p27"/>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3" name="Google Shape;871;p27"/>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4" name="Google Shape;872;p27"/>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5" name="Google Shape;873;p27"/>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6" name="Google Shape;874;p27"/>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7" name="Google Shape;875;p27"/>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8" name="Google Shape;876;p27"/>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9" name="Google Shape;877;p27"/>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0" name="Google Shape;878;p27"/>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1" name="Google Shape;879;p27"/>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2" name="Google Shape;880;p27"/>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3" name="Google Shape;881;p27"/>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4" name="Google Shape;882;p27"/>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5" name="Google Shape;883;p27"/>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6" name="Google Shape;884;p27"/>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7" name="Google Shape;885;p27"/>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8" name="Google Shape;886;p27"/>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9" name="Google Shape;887;p27"/>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0" name="Google Shape;888;p27"/>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1" name="Google Shape;889;p27"/>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2" name="Google Shape;890;p27"/>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3" name="Google Shape;891;p27"/>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4" name="Google Shape;892;p27"/>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35" name="Google Shape;893;p27"/>
          <p:cNvGrpSpPr/>
          <p:nvPr/>
        </p:nvGrpSpPr>
        <p:grpSpPr>
          <a:xfrm>
            <a:off x="7639920" y="326520"/>
            <a:ext cx="1173240" cy="1129680"/>
            <a:chOff x="7639920" y="326520"/>
            <a:chExt cx="1173240" cy="1129680"/>
          </a:xfrm>
        </p:grpSpPr>
        <p:sp>
          <p:nvSpPr>
            <p:cNvPr id="636" name="Google Shape;894;p27"/>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7" name="Google Shape;895;p27"/>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8" name="Google Shape;896;p27"/>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9" name="Google Shape;897;p27"/>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0" name="Google Shape;898;p27"/>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1" name="Google Shape;899;p27"/>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2" name="Google Shape;900;p27"/>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3" name="Google Shape;901;p27"/>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4" name="Google Shape;902;p27"/>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5" name="Google Shape;903;p27"/>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6" name="Google Shape;904;p27"/>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7" name="Google Shape;905;p27"/>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8" name="Google Shape;906;p27"/>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9" name="Google Shape;907;p27"/>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0" name="Google Shape;908;p27"/>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1" name="Google Shape;909;p27"/>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2" name="Google Shape;910;p27"/>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3" name="Google Shape;911;p27"/>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4" name="Google Shape;912;p27"/>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5" name="Google Shape;913;p27"/>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6" name="Google Shape;914;p27"/>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7" name="Google Shape;915;p27"/>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8" name="Google Shape;916;p27"/>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9" name="Google Shape;917;p27"/>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0" name="Google Shape;918;p27"/>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61" name="Google Shape;919;p27"/>
          <p:cNvSpPr/>
          <p:nvPr/>
        </p:nvSpPr>
        <p:spPr>
          <a:xfrm>
            <a:off x="1900080" y="3268440"/>
            <a:ext cx="5343480" cy="972720"/>
          </a:xfrm>
          <a:prstGeom prst="rect">
            <a:avLst/>
          </a:prstGeom>
          <a:noFill/>
          <a:ln w="0">
            <a:noFill/>
          </a:ln>
        </p:spPr>
        <p:style>
          <a:lnRef idx="0"/>
          <a:fillRef idx="0"/>
          <a:effectRef idx="0"/>
          <a:fontRef idx="minor"/>
        </p:style>
        <p:txBody>
          <a:bodyPr tIns="91440" bIns="91440" anchor="ctr">
            <a:noAutofit/>
          </a:bodyPr>
          <a:p>
            <a:pPr algn="ctr" defTabSz="914400">
              <a:lnSpc>
                <a:spcPct val="100000"/>
              </a:lnSpc>
              <a:spcBef>
                <a:spcPts val="300"/>
              </a:spcBef>
              <a:tabLst>
                <a:tab algn="l" pos="0"/>
              </a:tabLst>
            </a:pPr>
            <a:r>
              <a:rPr b="0" lang="en" sz="1800" strike="noStrike" u="none">
                <a:solidFill>
                  <a:schemeClr val="accent2"/>
                </a:solidFill>
                <a:effectLst/>
                <a:uFillTx/>
                <a:latin typeface="Questrial"/>
                <a:ea typeface="Questrial"/>
              </a:rPr>
              <a:t>CREDITS: This presentation template was created by </a:t>
            </a:r>
            <a:r>
              <a:rPr b="1" lang="en" sz="1800" strike="noStrike" u="sng">
                <a:solidFill>
                  <a:schemeClr val="accent2"/>
                </a:solidFill>
                <a:effectLst/>
                <a:uFillTx/>
                <a:latin typeface="Questrial"/>
                <a:ea typeface="Questrial"/>
                <a:hlinkClick r:id="rId2"/>
              </a:rPr>
              <a:t>Slidesgo</a:t>
            </a:r>
            <a:r>
              <a:rPr b="0" lang="en" sz="1800" strike="noStrike" u="none">
                <a:solidFill>
                  <a:schemeClr val="accent2"/>
                </a:solidFill>
                <a:effectLst/>
                <a:uFillTx/>
                <a:latin typeface="Questrial"/>
                <a:ea typeface="Questrial"/>
              </a:rPr>
              <a:t>, including icons, infographics &amp; images by </a:t>
            </a:r>
            <a:r>
              <a:rPr b="1" lang="en" sz="1800" strike="noStrike" u="sng">
                <a:solidFill>
                  <a:schemeClr val="accent2"/>
                </a:solidFill>
                <a:effectLst/>
                <a:uFillTx/>
                <a:latin typeface="Questrial"/>
                <a:ea typeface="Questrial"/>
                <a:hlinkClick r:id="rId3"/>
              </a:rPr>
              <a:t>Freepik</a:t>
            </a:r>
            <a:endParaRPr b="0" lang="en-US" sz="1800" strike="noStrike" u="none">
              <a:solidFill>
                <a:srgbClr val="000000"/>
              </a:solidFill>
              <a:effectLst/>
              <a:uFillTx/>
              <a:latin typeface="OpenSymbol"/>
            </a:endParaRPr>
          </a:p>
        </p:txBody>
      </p:sp>
      <p:sp>
        <p:nvSpPr>
          <p:cNvPr id="66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2">
    <p:bg>
      <p:bgPr>
        <a:solidFill>
          <a:schemeClr val="accent1"/>
        </a:solidFill>
      </p:bgPr>
    </p:bg>
    <p:spTree>
      <p:nvGrpSpPr>
        <p:cNvPr id="1" name=""/>
        <p:cNvGrpSpPr/>
        <p:nvPr/>
      </p:nvGrpSpPr>
      <p:grpSpPr>
        <a:xfrm>
          <a:off x="0" y="0"/>
          <a:ext cx="0" cy="0"/>
          <a:chOff x="0" y="0"/>
          <a:chExt cx="0" cy="0"/>
        </a:xfrm>
      </p:grpSpPr>
      <p:sp>
        <p:nvSpPr>
          <p:cNvPr id="663" name="PlaceHolder 1"/>
          <p:cNvSpPr>
            <a:spLocks noGrp="1"/>
          </p:cNvSpPr>
          <p:nvPr>
            <p:ph type="title"/>
          </p:nvPr>
        </p:nvSpPr>
        <p:spPr>
          <a:xfrm>
            <a:off x="720000" y="535320"/>
            <a:ext cx="7703640" cy="813960"/>
          </a:xfrm>
          <a:prstGeom prst="rect">
            <a:avLst/>
          </a:prstGeom>
          <a:noFill/>
          <a:ln w="0">
            <a:noFill/>
          </a:ln>
        </p:spPr>
        <p:txBody>
          <a:bodyPr lIns="91440" rIns="91440" tIns="91440" bIns="91440" anchor="ctr">
            <a:noAutofit/>
          </a:bodyPr>
          <a:p>
            <a:pPr indent="0">
              <a:buNone/>
            </a:pPr>
            <a:r>
              <a:rPr b="0" lang="fr-FR" sz="7200" strike="noStrike" u="none">
                <a:solidFill>
                  <a:schemeClr val="dk1"/>
                </a:solidFill>
                <a:effectLst/>
                <a:uFillTx/>
                <a:latin typeface="Arial"/>
              </a:rPr>
              <a:t>Click to edit the title text format</a:t>
            </a:r>
            <a:endParaRPr b="0" lang="fr-FR" sz="7200" strike="noStrike" u="none">
              <a:solidFill>
                <a:schemeClr val="dk1"/>
              </a:solidFill>
              <a:effectLst/>
              <a:uFillTx/>
              <a:latin typeface="Arial"/>
            </a:endParaRPr>
          </a:p>
        </p:txBody>
      </p:sp>
      <p:sp>
        <p:nvSpPr>
          <p:cNvPr id="608" name="Google Shape;866;p27"/>
          <p:cNvSpPr/>
          <p:nvPr/>
        </p:nvSpPr>
        <p:spPr>
          <a:xfrm>
            <a:off x="14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664" name="Google Shape;867;p27"/>
          <p:cNvGrpSpPr/>
          <p:nvPr/>
        </p:nvGrpSpPr>
        <p:grpSpPr>
          <a:xfrm>
            <a:off x="326160" y="3704400"/>
            <a:ext cx="1173600" cy="1129680"/>
            <a:chOff x="326160" y="3704400"/>
            <a:chExt cx="1173600" cy="1129680"/>
          </a:xfrm>
        </p:grpSpPr>
        <p:sp>
          <p:nvSpPr>
            <p:cNvPr id="610" name="Google Shape;868;p27"/>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1" name="Google Shape;869;p27"/>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2" name="Google Shape;870;p27"/>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3" name="Google Shape;871;p27"/>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4" name="Google Shape;872;p27"/>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5" name="Google Shape;873;p27"/>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6" name="Google Shape;874;p27"/>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7" name="Google Shape;875;p27"/>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8" name="Google Shape;876;p27"/>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9" name="Google Shape;877;p27"/>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0" name="Google Shape;878;p27"/>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1" name="Google Shape;879;p27"/>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2" name="Google Shape;880;p27"/>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3" name="Google Shape;881;p27"/>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4" name="Google Shape;882;p27"/>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5" name="Google Shape;883;p27"/>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6" name="Google Shape;884;p27"/>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7" name="Google Shape;885;p27"/>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8" name="Google Shape;886;p27"/>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9" name="Google Shape;887;p27"/>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0" name="Google Shape;888;p27"/>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1" name="Google Shape;889;p27"/>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2" name="Google Shape;890;p27"/>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3" name="Google Shape;891;p27"/>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4" name="Google Shape;892;p27"/>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65" name="Google Shape;893;p27"/>
          <p:cNvGrpSpPr/>
          <p:nvPr/>
        </p:nvGrpSpPr>
        <p:grpSpPr>
          <a:xfrm>
            <a:off x="7639920" y="326520"/>
            <a:ext cx="1173240" cy="1129680"/>
            <a:chOff x="7639920" y="326520"/>
            <a:chExt cx="1173240" cy="1129680"/>
          </a:xfrm>
        </p:grpSpPr>
        <p:sp>
          <p:nvSpPr>
            <p:cNvPr id="636" name="Google Shape;894;p27"/>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7" name="Google Shape;895;p27"/>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8" name="Google Shape;896;p27"/>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9" name="Google Shape;897;p27"/>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0" name="Google Shape;898;p27"/>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1" name="Google Shape;899;p27"/>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2" name="Google Shape;900;p27"/>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3" name="Google Shape;901;p27"/>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4" name="Google Shape;902;p27"/>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5" name="Google Shape;903;p27"/>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6" name="Google Shape;904;p27"/>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7" name="Google Shape;905;p27"/>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8" name="Google Shape;906;p27"/>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9" name="Google Shape;907;p27"/>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0" name="Google Shape;908;p27"/>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1" name="Google Shape;909;p27"/>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2" name="Google Shape;910;p27"/>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3" name="Google Shape;911;p27"/>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4" name="Google Shape;912;p27"/>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5" name="Google Shape;913;p27"/>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6" name="Google Shape;914;p27"/>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7" name="Google Shape;915;p27"/>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8" name="Google Shape;916;p27"/>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9" name="Google Shape;917;p27"/>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0" name="Google Shape;918;p27"/>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61" name="Google Shape;919;p27"/>
          <p:cNvSpPr/>
          <p:nvPr/>
        </p:nvSpPr>
        <p:spPr>
          <a:xfrm>
            <a:off x="1900080" y="3268440"/>
            <a:ext cx="5343480" cy="972720"/>
          </a:xfrm>
          <a:prstGeom prst="rect">
            <a:avLst/>
          </a:prstGeom>
          <a:noFill/>
          <a:ln w="0">
            <a:noFill/>
          </a:ln>
        </p:spPr>
        <p:style>
          <a:lnRef idx="0"/>
          <a:fillRef idx="0"/>
          <a:effectRef idx="0"/>
          <a:fontRef idx="minor"/>
        </p:style>
        <p:txBody>
          <a:bodyPr tIns="91440" bIns="91440" anchor="ctr">
            <a:noAutofit/>
          </a:bodyPr>
          <a:p>
            <a:pPr algn="ctr" defTabSz="914400">
              <a:lnSpc>
                <a:spcPct val="100000"/>
              </a:lnSpc>
              <a:spcBef>
                <a:spcPts val="300"/>
              </a:spcBef>
              <a:tabLst>
                <a:tab algn="l" pos="0"/>
              </a:tabLst>
            </a:pPr>
            <a:r>
              <a:rPr b="0" lang="en" sz="1800" strike="noStrike" u="none">
                <a:solidFill>
                  <a:schemeClr val="accent2"/>
                </a:solidFill>
                <a:effectLst/>
                <a:uFillTx/>
                <a:latin typeface="Questrial"/>
                <a:ea typeface="Questrial"/>
              </a:rPr>
              <a:t>CREDITS: This presentation template was created by </a:t>
            </a:r>
            <a:r>
              <a:rPr b="1" lang="en" sz="1800" strike="noStrike" u="sng">
                <a:solidFill>
                  <a:schemeClr val="accent2"/>
                </a:solidFill>
                <a:effectLst/>
                <a:uFillTx/>
                <a:latin typeface="Questrial"/>
                <a:ea typeface="Questrial"/>
                <a:hlinkClick r:id="rId2"/>
              </a:rPr>
              <a:t>Slidesgo</a:t>
            </a:r>
            <a:r>
              <a:rPr b="0" lang="en" sz="1800" strike="noStrike" u="none">
                <a:solidFill>
                  <a:schemeClr val="accent2"/>
                </a:solidFill>
                <a:effectLst/>
                <a:uFillTx/>
                <a:latin typeface="Questrial"/>
                <a:ea typeface="Questrial"/>
              </a:rPr>
              <a:t>, including icons, infographics &amp; images by </a:t>
            </a:r>
            <a:r>
              <a:rPr b="1" lang="en" sz="1800" strike="noStrike" u="sng">
                <a:solidFill>
                  <a:schemeClr val="accent2"/>
                </a:solidFill>
                <a:effectLst/>
                <a:uFillTx/>
                <a:latin typeface="Questrial"/>
                <a:ea typeface="Questrial"/>
                <a:hlinkClick r:id="rId3"/>
              </a:rPr>
              <a:t>Freepik</a:t>
            </a:r>
            <a:endParaRPr b="0" lang="en-US" sz="1800" strike="noStrike" u="none">
              <a:solidFill>
                <a:srgbClr val="000000"/>
              </a:solidFill>
              <a:effectLst/>
              <a:uFillTx/>
              <a:latin typeface="OpenSymbol"/>
            </a:endParaRPr>
          </a:p>
        </p:txBody>
      </p:sp>
      <p:sp>
        <p:nvSpPr>
          <p:cNvPr id="66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_1">
    <p:bg>
      <p:bgPr>
        <a:solidFill>
          <a:schemeClr val="accent1"/>
        </a:solidFill>
      </p:bgPr>
    </p:bg>
    <p:spTree>
      <p:nvGrpSpPr>
        <p:cNvPr id="1" name=""/>
        <p:cNvGrpSpPr/>
        <p:nvPr/>
      </p:nvGrpSpPr>
      <p:grpSpPr>
        <a:xfrm>
          <a:off x="0" y="0"/>
          <a:ext cx="0" cy="0"/>
          <a:chOff x="0" y="0"/>
          <a:chExt cx="0" cy="0"/>
        </a:xfrm>
      </p:grpSpPr>
      <p:grpSp>
        <p:nvGrpSpPr>
          <p:cNvPr id="667" name="Google Shape;922;p29"/>
          <p:cNvGrpSpPr/>
          <p:nvPr/>
        </p:nvGrpSpPr>
        <p:grpSpPr>
          <a:xfrm>
            <a:off x="7639920" y="326520"/>
            <a:ext cx="1173240" cy="1129680"/>
            <a:chOff x="7639920" y="326520"/>
            <a:chExt cx="1173240" cy="1129680"/>
          </a:xfrm>
        </p:grpSpPr>
        <p:sp>
          <p:nvSpPr>
            <p:cNvPr id="668" name="Google Shape;923;p29"/>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9" name="Google Shape;924;p29"/>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0" name="Google Shape;925;p29"/>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1" name="Google Shape;926;p29"/>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2" name="Google Shape;927;p29"/>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3" name="Google Shape;928;p29"/>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4" name="Google Shape;929;p29"/>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5" name="Google Shape;930;p29"/>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6" name="Google Shape;931;p29"/>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7" name="Google Shape;932;p29"/>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8" name="Google Shape;933;p29"/>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9" name="Google Shape;934;p29"/>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0" name="Google Shape;935;p29"/>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1" name="Google Shape;936;p29"/>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2" name="Google Shape;937;p29"/>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3" name="Google Shape;938;p29"/>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4" name="Google Shape;939;p29"/>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5" name="Google Shape;940;p29"/>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6" name="Google Shape;941;p29"/>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7" name="Google Shape;942;p29"/>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8" name="Google Shape;943;p29"/>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9" name="Google Shape;944;p29"/>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0" name="Google Shape;945;p29"/>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1" name="Google Shape;946;p29"/>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2" name="Google Shape;947;p29"/>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93" name="Google Shape;948;p29"/>
          <p:cNvGrpSpPr/>
          <p:nvPr/>
        </p:nvGrpSpPr>
        <p:grpSpPr>
          <a:xfrm>
            <a:off x="326160" y="3704400"/>
            <a:ext cx="1173600" cy="1129680"/>
            <a:chOff x="326160" y="3704400"/>
            <a:chExt cx="1173600" cy="1129680"/>
          </a:xfrm>
        </p:grpSpPr>
        <p:sp>
          <p:nvSpPr>
            <p:cNvPr id="694" name="Google Shape;949;p29"/>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5" name="Google Shape;950;p29"/>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6" name="Google Shape;951;p29"/>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7" name="Google Shape;952;p29"/>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8" name="Google Shape;953;p29"/>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9" name="Google Shape;954;p29"/>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0" name="Google Shape;955;p29"/>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1" name="Google Shape;956;p29"/>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2" name="Google Shape;957;p29"/>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3" name="Google Shape;958;p29"/>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4" name="Google Shape;959;p29"/>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5" name="Google Shape;960;p29"/>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6" name="Google Shape;961;p29"/>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7" name="Google Shape;962;p29"/>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8" name="Google Shape;963;p29"/>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9" name="Google Shape;964;p29"/>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0" name="Google Shape;965;p29"/>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1" name="Google Shape;966;p29"/>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2" name="Google Shape;967;p29"/>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3" name="Google Shape;968;p29"/>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4" name="Google Shape;969;p29"/>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5" name="Google Shape;970;p29"/>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6" name="Google Shape;971;p29"/>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7" name="Google Shape;972;p29"/>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8" name="Google Shape;973;p29"/>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accent1"/>
        </a:solidFill>
      </p:bgPr>
    </p:bg>
    <p:spTree>
      <p:nvGrpSpPr>
        <p:cNvPr id="1" name=""/>
        <p:cNvGrpSpPr/>
        <p:nvPr/>
      </p:nvGrpSpPr>
      <p:grpSpPr>
        <a:xfrm>
          <a:off x="0" y="0"/>
          <a:ext cx="0" cy="0"/>
          <a:chOff x="0" y="0"/>
          <a:chExt cx="0" cy="0"/>
        </a:xfrm>
      </p:grpSpPr>
      <p:sp>
        <p:nvSpPr>
          <p:cNvPr id="719" name="Google Shape;97;p4"/>
          <p:cNvSpPr/>
          <p:nvPr/>
        </p:nvSpPr>
        <p:spPr>
          <a:xfrm>
            <a:off x="0" y="7920"/>
            <a:ext cx="457164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720" name="Google Shape;98;p4"/>
          <p:cNvGrpSpPr/>
          <p:nvPr/>
        </p:nvGrpSpPr>
        <p:grpSpPr>
          <a:xfrm>
            <a:off x="7647120" y="318960"/>
            <a:ext cx="1173600" cy="1129680"/>
            <a:chOff x="7647120" y="318960"/>
            <a:chExt cx="1173600" cy="1129680"/>
          </a:xfrm>
        </p:grpSpPr>
        <p:sp>
          <p:nvSpPr>
            <p:cNvPr id="721" name="Google Shape;99;p4"/>
            <p:cNvSpPr/>
            <p:nvPr/>
          </p:nvSpPr>
          <p:spPr>
            <a:xfrm rot="16200000">
              <a:off x="7647840" y="138708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2" name="Google Shape;100;p4"/>
            <p:cNvSpPr/>
            <p:nvPr/>
          </p:nvSpPr>
          <p:spPr>
            <a:xfrm rot="16200000">
              <a:off x="7647840" y="112104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3" name="Google Shape;101;p4"/>
            <p:cNvSpPr/>
            <p:nvPr/>
          </p:nvSpPr>
          <p:spPr>
            <a:xfrm rot="16200000">
              <a:off x="7647120" y="85284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4" name="Google Shape;102;p4"/>
            <p:cNvSpPr/>
            <p:nvPr/>
          </p:nvSpPr>
          <p:spPr>
            <a:xfrm rot="16200000">
              <a:off x="7647120" y="58572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5" name="Google Shape;103;p4"/>
            <p:cNvSpPr/>
            <p:nvPr/>
          </p:nvSpPr>
          <p:spPr>
            <a:xfrm rot="16200000">
              <a:off x="7648200" y="31968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6" name="Google Shape;104;p4"/>
            <p:cNvSpPr/>
            <p:nvPr/>
          </p:nvSpPr>
          <p:spPr>
            <a:xfrm rot="16200000">
              <a:off x="7924320" y="13910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7" name="Google Shape;105;p4"/>
            <p:cNvSpPr/>
            <p:nvPr/>
          </p:nvSpPr>
          <p:spPr>
            <a:xfrm rot="16200000">
              <a:off x="7923240" y="11253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8" name="Google Shape;106;p4"/>
            <p:cNvSpPr/>
            <p:nvPr/>
          </p:nvSpPr>
          <p:spPr>
            <a:xfrm rot="16200000">
              <a:off x="7923240" y="8578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9" name="Google Shape;107;p4"/>
            <p:cNvSpPr/>
            <p:nvPr/>
          </p:nvSpPr>
          <p:spPr>
            <a:xfrm rot="16200000">
              <a:off x="7923240" y="5907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0" name="Google Shape;108;p4"/>
            <p:cNvSpPr/>
            <p:nvPr/>
          </p:nvSpPr>
          <p:spPr>
            <a:xfrm rot="16200000">
              <a:off x="7922880" y="32364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1" name="Google Shape;109;p4"/>
            <p:cNvSpPr/>
            <p:nvPr/>
          </p:nvSpPr>
          <p:spPr>
            <a:xfrm rot="16200000">
              <a:off x="8203320" y="139176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2" name="Google Shape;110;p4"/>
            <p:cNvSpPr/>
            <p:nvPr/>
          </p:nvSpPr>
          <p:spPr>
            <a:xfrm rot="16200000">
              <a:off x="8203320" y="11253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3" name="Google Shape;111;p4"/>
            <p:cNvSpPr/>
            <p:nvPr/>
          </p:nvSpPr>
          <p:spPr>
            <a:xfrm rot="16200000">
              <a:off x="8203320" y="8578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4" name="Google Shape;112;p4"/>
            <p:cNvSpPr/>
            <p:nvPr/>
          </p:nvSpPr>
          <p:spPr>
            <a:xfrm rot="16200000">
              <a:off x="8203320" y="5911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5" name="Google Shape;113;p4"/>
            <p:cNvSpPr/>
            <p:nvPr/>
          </p:nvSpPr>
          <p:spPr>
            <a:xfrm rot="16200000">
              <a:off x="8202960" y="32364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6" name="Google Shape;114;p4"/>
            <p:cNvSpPr/>
            <p:nvPr/>
          </p:nvSpPr>
          <p:spPr>
            <a:xfrm rot="16200000">
              <a:off x="8484840" y="13910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7" name="Google Shape;115;p4"/>
            <p:cNvSpPr/>
            <p:nvPr/>
          </p:nvSpPr>
          <p:spPr>
            <a:xfrm rot="16200000">
              <a:off x="8483760" y="11253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8" name="Google Shape;116;p4"/>
            <p:cNvSpPr/>
            <p:nvPr/>
          </p:nvSpPr>
          <p:spPr>
            <a:xfrm rot="16200000">
              <a:off x="8483760" y="8578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9" name="Google Shape;117;p4"/>
            <p:cNvSpPr/>
            <p:nvPr/>
          </p:nvSpPr>
          <p:spPr>
            <a:xfrm rot="16200000">
              <a:off x="8483760" y="5911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0" name="Google Shape;118;p4"/>
            <p:cNvSpPr/>
            <p:nvPr/>
          </p:nvSpPr>
          <p:spPr>
            <a:xfrm rot="16200000">
              <a:off x="8483400" y="32364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1" name="Google Shape;119;p4"/>
            <p:cNvSpPr/>
            <p:nvPr/>
          </p:nvSpPr>
          <p:spPr>
            <a:xfrm rot="16200000">
              <a:off x="8763840" y="139176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2" name="Google Shape;120;p4"/>
            <p:cNvSpPr/>
            <p:nvPr/>
          </p:nvSpPr>
          <p:spPr>
            <a:xfrm rot="16200000">
              <a:off x="8763840" y="11250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3" name="Google Shape;121;p4"/>
            <p:cNvSpPr/>
            <p:nvPr/>
          </p:nvSpPr>
          <p:spPr>
            <a:xfrm rot="16200000">
              <a:off x="8763840" y="8575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4" name="Google Shape;122;p4"/>
            <p:cNvSpPr/>
            <p:nvPr/>
          </p:nvSpPr>
          <p:spPr>
            <a:xfrm rot="16200000">
              <a:off x="8763840" y="5907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5" name="Google Shape;123;p4"/>
            <p:cNvSpPr/>
            <p:nvPr/>
          </p:nvSpPr>
          <p:spPr>
            <a:xfrm rot="16200000">
              <a:off x="8763480" y="32328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4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747" name="PlaceHolder 2"/>
          <p:cNvSpPr>
            <a:spLocks noGrp="1"/>
          </p:cNvSpPr>
          <p:nvPr>
            <p:ph type="body"/>
          </p:nvPr>
        </p:nvSpPr>
        <p:spPr>
          <a:xfrm>
            <a:off x="720000" y="1144440"/>
            <a:ext cx="7703640" cy="34556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300" strike="noStrike" u="none">
                <a:solidFill>
                  <a:srgbClr val="000000"/>
                </a:solidFill>
                <a:effectLst/>
                <a:uFillTx/>
                <a:latin typeface="Arial"/>
              </a:rPr>
              <a:t>Click to edit the outline text format</a:t>
            </a:r>
            <a:endParaRPr b="0" lang="fr-FR" sz="13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300" strike="noStrike" u="none">
                <a:solidFill>
                  <a:srgbClr val="000000"/>
                </a:solidFill>
                <a:effectLst/>
                <a:uFillTx/>
                <a:latin typeface="Arial"/>
              </a:rPr>
              <a:t>Second Outline Level</a:t>
            </a:r>
            <a:endParaRPr b="0" lang="fr-FR" sz="13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300" strike="noStrike" u="none">
                <a:solidFill>
                  <a:srgbClr val="000000"/>
                </a:solidFill>
                <a:effectLst/>
                <a:uFillTx/>
                <a:latin typeface="Arial"/>
              </a:rPr>
              <a:t>Third Outline Level</a:t>
            </a:r>
            <a:endParaRPr b="0" lang="fr-FR" sz="13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300" strike="noStrike" u="none">
                <a:solidFill>
                  <a:srgbClr val="000000"/>
                </a:solidFill>
                <a:effectLst/>
                <a:uFillTx/>
                <a:latin typeface="Arial"/>
              </a:rPr>
              <a:t>Fourth Outline Level</a:t>
            </a:r>
            <a:endParaRPr b="0" lang="fr-FR" sz="13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300" strike="noStrike" u="none">
                <a:solidFill>
                  <a:srgbClr val="000000"/>
                </a:solidFill>
                <a:effectLst/>
                <a:uFillTx/>
                <a:latin typeface="Arial"/>
              </a:rPr>
              <a:t>Fifth Outline Level</a:t>
            </a:r>
            <a:endParaRPr b="0" lang="fr-FR" sz="13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300" strike="noStrike" u="none">
                <a:solidFill>
                  <a:srgbClr val="000000"/>
                </a:solidFill>
                <a:effectLst/>
                <a:uFillTx/>
                <a:latin typeface="Arial"/>
              </a:rPr>
              <a:t>Sixth Outline Level</a:t>
            </a:r>
            <a:endParaRPr b="0" lang="fr-FR" sz="13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300" strike="noStrike" u="none">
                <a:solidFill>
                  <a:srgbClr val="000000"/>
                </a:solidFill>
                <a:effectLst/>
                <a:uFillTx/>
                <a:latin typeface="Arial"/>
              </a:rPr>
              <a:t>Seventh Outline Level</a:t>
            </a:r>
            <a:endParaRPr b="0" lang="fr-FR" sz="1300" strike="noStrike" u="non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accent1"/>
        </a:solidFill>
      </p:bgPr>
    </p:bg>
    <p:spTree>
      <p:nvGrpSpPr>
        <p:cNvPr id="1" name=""/>
        <p:cNvGrpSpPr/>
        <p:nvPr/>
      </p:nvGrpSpPr>
      <p:grpSpPr>
        <a:xfrm>
          <a:off x="0" y="0"/>
          <a:ext cx="0" cy="0"/>
          <a:chOff x="0" y="0"/>
          <a:chExt cx="0" cy="0"/>
        </a:xfrm>
      </p:grpSpPr>
      <p:sp>
        <p:nvSpPr>
          <p:cNvPr id="748" name="Google Shape;127;p5"/>
          <p:cNvSpPr/>
          <p:nvPr/>
        </p:nvSpPr>
        <p:spPr>
          <a:xfrm rot="5400000">
            <a:off x="2345760" y="-1157040"/>
            <a:ext cx="1823400" cy="651348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49" name="Google Shape;128;p5"/>
          <p:cNvSpPr/>
          <p:nvPr/>
        </p:nvSpPr>
        <p:spPr>
          <a:xfrm rot="5400000">
            <a:off x="4988160" y="973800"/>
            <a:ext cx="1823400" cy="651348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750" name="Google Shape;129;p5"/>
          <p:cNvGrpSpPr/>
          <p:nvPr/>
        </p:nvGrpSpPr>
        <p:grpSpPr>
          <a:xfrm>
            <a:off x="7639920" y="326520"/>
            <a:ext cx="1173240" cy="1129680"/>
            <a:chOff x="7639920" y="326520"/>
            <a:chExt cx="1173240" cy="1129680"/>
          </a:xfrm>
        </p:grpSpPr>
        <p:sp>
          <p:nvSpPr>
            <p:cNvPr id="751" name="Google Shape;130;p5"/>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2" name="Google Shape;131;p5"/>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3" name="Google Shape;132;p5"/>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4" name="Google Shape;133;p5"/>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5" name="Google Shape;134;p5"/>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6" name="Google Shape;135;p5"/>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7" name="Google Shape;136;p5"/>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8" name="Google Shape;137;p5"/>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9" name="Google Shape;138;p5"/>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0" name="Google Shape;139;p5"/>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1" name="Google Shape;140;p5"/>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2" name="Google Shape;141;p5"/>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3" name="Google Shape;142;p5"/>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4" name="Google Shape;143;p5"/>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5" name="Google Shape;144;p5"/>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6" name="Google Shape;145;p5"/>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7" name="Google Shape;146;p5"/>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8" name="Google Shape;147;p5"/>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9" name="Google Shape;148;p5"/>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0" name="Google Shape;149;p5"/>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1" name="Google Shape;150;p5"/>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2" name="Google Shape;151;p5"/>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3" name="Google Shape;152;p5"/>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4" name="Google Shape;153;p5"/>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5" name="Google Shape;154;p5"/>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7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accent1"/>
        </a:solidFill>
      </p:bgPr>
    </p:bg>
    <p:spTree>
      <p:nvGrpSpPr>
        <p:cNvPr id="1" name=""/>
        <p:cNvGrpSpPr/>
        <p:nvPr/>
      </p:nvGrpSpPr>
      <p:grpSpPr>
        <a:xfrm>
          <a:off x="0" y="0"/>
          <a:ext cx="0" cy="0"/>
          <a:chOff x="0" y="0"/>
          <a:chExt cx="0" cy="0"/>
        </a:xfrm>
      </p:grpSpPr>
      <p:sp>
        <p:nvSpPr>
          <p:cNvPr id="77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778" name="Google Shape;162;p6"/>
          <p:cNvGrpSpPr/>
          <p:nvPr/>
        </p:nvGrpSpPr>
        <p:grpSpPr>
          <a:xfrm>
            <a:off x="311040" y="317520"/>
            <a:ext cx="1173600" cy="1129680"/>
            <a:chOff x="311040" y="317520"/>
            <a:chExt cx="1173600" cy="1129680"/>
          </a:xfrm>
        </p:grpSpPr>
        <p:sp>
          <p:nvSpPr>
            <p:cNvPr id="779" name="Google Shape;163;p6"/>
            <p:cNvSpPr/>
            <p:nvPr/>
          </p:nvSpPr>
          <p:spPr>
            <a:xfrm rot="16200000">
              <a:off x="311760" y="1385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0" name="Google Shape;164;p6"/>
            <p:cNvSpPr/>
            <p:nvPr/>
          </p:nvSpPr>
          <p:spPr>
            <a:xfrm rot="16200000">
              <a:off x="311760" y="1119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1" name="Google Shape;165;p6"/>
            <p:cNvSpPr/>
            <p:nvPr/>
          </p:nvSpPr>
          <p:spPr>
            <a:xfrm rot="16200000">
              <a:off x="311040" y="851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2" name="Google Shape;166;p6"/>
            <p:cNvSpPr/>
            <p:nvPr/>
          </p:nvSpPr>
          <p:spPr>
            <a:xfrm rot="16200000">
              <a:off x="311040" y="584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3" name="Google Shape;167;p6"/>
            <p:cNvSpPr/>
            <p:nvPr/>
          </p:nvSpPr>
          <p:spPr>
            <a:xfrm rot="16200000">
              <a:off x="312120" y="318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4" name="Google Shape;168;p6"/>
            <p:cNvSpPr/>
            <p:nvPr/>
          </p:nvSpPr>
          <p:spPr>
            <a:xfrm rot="16200000">
              <a:off x="588240" y="138960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5" name="Google Shape;169;p6"/>
            <p:cNvSpPr/>
            <p:nvPr/>
          </p:nvSpPr>
          <p:spPr>
            <a:xfrm rot="16200000">
              <a:off x="587160" y="1123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6" name="Google Shape;170;p6"/>
            <p:cNvSpPr/>
            <p:nvPr/>
          </p:nvSpPr>
          <p:spPr>
            <a:xfrm rot="16200000">
              <a:off x="587160" y="856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7" name="Google Shape;171;p6"/>
            <p:cNvSpPr/>
            <p:nvPr/>
          </p:nvSpPr>
          <p:spPr>
            <a:xfrm rot="16200000">
              <a:off x="587160" y="589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8" name="Google Shape;172;p6"/>
            <p:cNvSpPr/>
            <p:nvPr/>
          </p:nvSpPr>
          <p:spPr>
            <a:xfrm rot="16200000">
              <a:off x="586800" y="322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9" name="Google Shape;173;p6"/>
            <p:cNvSpPr/>
            <p:nvPr/>
          </p:nvSpPr>
          <p:spPr>
            <a:xfrm rot="16200000">
              <a:off x="867240" y="1390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0" name="Google Shape;174;p6"/>
            <p:cNvSpPr/>
            <p:nvPr/>
          </p:nvSpPr>
          <p:spPr>
            <a:xfrm rot="16200000">
              <a:off x="867240" y="1123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1" name="Google Shape;175;p6"/>
            <p:cNvSpPr/>
            <p:nvPr/>
          </p:nvSpPr>
          <p:spPr>
            <a:xfrm rot="16200000">
              <a:off x="867240" y="856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2" name="Google Shape;176;p6"/>
            <p:cNvSpPr/>
            <p:nvPr/>
          </p:nvSpPr>
          <p:spPr>
            <a:xfrm rot="16200000">
              <a:off x="867240" y="589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3" name="Google Shape;177;p6"/>
            <p:cNvSpPr/>
            <p:nvPr/>
          </p:nvSpPr>
          <p:spPr>
            <a:xfrm rot="16200000">
              <a:off x="866880" y="322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4" name="Google Shape;178;p6"/>
            <p:cNvSpPr/>
            <p:nvPr/>
          </p:nvSpPr>
          <p:spPr>
            <a:xfrm rot="16200000">
              <a:off x="1148760" y="138960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5" name="Google Shape;179;p6"/>
            <p:cNvSpPr/>
            <p:nvPr/>
          </p:nvSpPr>
          <p:spPr>
            <a:xfrm rot="16200000">
              <a:off x="1147680" y="1123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6" name="Google Shape;180;p6"/>
            <p:cNvSpPr/>
            <p:nvPr/>
          </p:nvSpPr>
          <p:spPr>
            <a:xfrm rot="16200000">
              <a:off x="1147680" y="856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7" name="Google Shape;181;p6"/>
            <p:cNvSpPr/>
            <p:nvPr/>
          </p:nvSpPr>
          <p:spPr>
            <a:xfrm rot="16200000">
              <a:off x="1147680" y="589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8" name="Google Shape;182;p6"/>
            <p:cNvSpPr/>
            <p:nvPr/>
          </p:nvSpPr>
          <p:spPr>
            <a:xfrm rot="16200000">
              <a:off x="1147320" y="322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9" name="Google Shape;183;p6"/>
            <p:cNvSpPr/>
            <p:nvPr/>
          </p:nvSpPr>
          <p:spPr>
            <a:xfrm rot="16200000">
              <a:off x="1427760" y="1390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0" name="Google Shape;184;p6"/>
            <p:cNvSpPr/>
            <p:nvPr/>
          </p:nvSpPr>
          <p:spPr>
            <a:xfrm rot="16200000">
              <a:off x="1427760" y="1123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1" name="Google Shape;185;p6"/>
            <p:cNvSpPr/>
            <p:nvPr/>
          </p:nvSpPr>
          <p:spPr>
            <a:xfrm rot="16200000">
              <a:off x="1427760" y="856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2" name="Google Shape;186;p6"/>
            <p:cNvSpPr/>
            <p:nvPr/>
          </p:nvSpPr>
          <p:spPr>
            <a:xfrm rot="16200000">
              <a:off x="1427760" y="589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3" name="Google Shape;187;p6"/>
            <p:cNvSpPr/>
            <p:nvPr/>
          </p:nvSpPr>
          <p:spPr>
            <a:xfrm rot="16200000">
              <a:off x="1427400" y="321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accent1"/>
        </a:solidFill>
      </p:bgPr>
    </p:bg>
    <p:spTree>
      <p:nvGrpSpPr>
        <p:cNvPr id="1" name=""/>
        <p:cNvGrpSpPr/>
        <p:nvPr/>
      </p:nvGrpSpPr>
      <p:grpSpPr>
        <a:xfrm>
          <a:off x="0" y="0"/>
          <a:ext cx="0" cy="0"/>
          <a:chOff x="0" y="0"/>
          <a:chExt cx="0" cy="0"/>
        </a:xfrm>
      </p:grpSpPr>
      <p:sp>
        <p:nvSpPr>
          <p:cNvPr id="804" name="Google Shape;189;p7"/>
          <p:cNvSpPr/>
          <p:nvPr/>
        </p:nvSpPr>
        <p:spPr>
          <a:xfrm>
            <a:off x="717120" y="935280"/>
            <a:ext cx="7709400" cy="32731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805" name="Google Shape;190;p7"/>
          <p:cNvGrpSpPr/>
          <p:nvPr/>
        </p:nvGrpSpPr>
        <p:grpSpPr>
          <a:xfrm>
            <a:off x="7639920" y="326520"/>
            <a:ext cx="1173240" cy="1129680"/>
            <a:chOff x="7639920" y="326520"/>
            <a:chExt cx="1173240" cy="1129680"/>
          </a:xfrm>
        </p:grpSpPr>
        <p:sp>
          <p:nvSpPr>
            <p:cNvPr id="806" name="Google Shape;191;p7"/>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7" name="Google Shape;192;p7"/>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8" name="Google Shape;193;p7"/>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9" name="Google Shape;194;p7"/>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0" name="Google Shape;195;p7"/>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1" name="Google Shape;196;p7"/>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2" name="Google Shape;197;p7"/>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3" name="Google Shape;198;p7"/>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4" name="Google Shape;199;p7"/>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5" name="Google Shape;200;p7"/>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6" name="Google Shape;201;p7"/>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7" name="Google Shape;202;p7"/>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8" name="Google Shape;203;p7"/>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9" name="Google Shape;204;p7"/>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0" name="Google Shape;205;p7"/>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1" name="Google Shape;206;p7"/>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2" name="Google Shape;207;p7"/>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3" name="Google Shape;208;p7"/>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4" name="Google Shape;209;p7"/>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5" name="Google Shape;210;p7"/>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6" name="Google Shape;211;p7"/>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7" name="Google Shape;212;p7"/>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8" name="Google Shape;213;p7"/>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9" name="Google Shape;214;p7"/>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0" name="Google Shape;215;p7"/>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31" name="PlaceHolder 1"/>
          <p:cNvSpPr>
            <a:spLocks noGrp="1"/>
          </p:cNvSpPr>
          <p:nvPr>
            <p:ph type="title"/>
          </p:nvPr>
        </p:nvSpPr>
        <p:spPr>
          <a:xfrm>
            <a:off x="1602360" y="1456200"/>
            <a:ext cx="5938920" cy="54288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accent1"/>
        </a:solidFill>
      </p:bgPr>
    </p:bg>
    <p:spTree>
      <p:nvGrpSpPr>
        <p:cNvPr id="1" name=""/>
        <p:cNvGrpSpPr/>
        <p:nvPr/>
      </p:nvGrpSpPr>
      <p:grpSpPr>
        <a:xfrm>
          <a:off x="0" y="0"/>
          <a:ext cx="0" cy="0"/>
          <a:chOff x="0" y="0"/>
          <a:chExt cx="0" cy="0"/>
        </a:xfrm>
      </p:grpSpPr>
      <p:sp>
        <p:nvSpPr>
          <p:cNvPr id="832" name="Google Shape;219;p8"/>
          <p:cNvSpPr/>
          <p:nvPr/>
        </p:nvSpPr>
        <p:spPr>
          <a:xfrm>
            <a:off x="717120" y="935280"/>
            <a:ext cx="7709400" cy="32731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3" name="PlaceHolder 1"/>
          <p:cNvSpPr>
            <a:spLocks noGrp="1"/>
          </p:cNvSpPr>
          <p:nvPr>
            <p:ph type="title"/>
          </p:nvPr>
        </p:nvSpPr>
        <p:spPr>
          <a:xfrm>
            <a:off x="1388160" y="1307160"/>
            <a:ext cx="6367320" cy="2529000"/>
          </a:xfrm>
          <a:prstGeom prst="rect">
            <a:avLst/>
          </a:prstGeom>
          <a:noFill/>
          <a:ln w="0">
            <a:noFill/>
          </a:ln>
        </p:spPr>
        <p:txBody>
          <a:bodyPr lIns="91440" rIns="91440" tIns="91440" bIns="91440" anchor="ctr">
            <a:noAutofit/>
          </a:bodyPr>
          <a:p>
            <a:pPr indent="0">
              <a:buNone/>
            </a:pPr>
            <a:r>
              <a:rPr b="0" lang="fr-FR" sz="7200" strike="noStrike" u="none">
                <a:solidFill>
                  <a:schemeClr val="dk1"/>
                </a:solidFill>
                <a:effectLst/>
                <a:uFillTx/>
                <a:latin typeface="Arial"/>
              </a:rPr>
              <a:t>Click to edit the title text format</a:t>
            </a:r>
            <a:endParaRPr b="0" lang="fr-FR" sz="7200" strike="noStrike" u="none">
              <a:solidFill>
                <a:schemeClr val="dk1"/>
              </a:solidFill>
              <a:effectLst/>
              <a:uFillTx/>
              <a:latin typeface="Arial"/>
            </a:endParaRPr>
          </a:p>
        </p:txBody>
      </p:sp>
      <p:grpSp>
        <p:nvGrpSpPr>
          <p:cNvPr id="834" name="Google Shape;221;p8"/>
          <p:cNvGrpSpPr/>
          <p:nvPr/>
        </p:nvGrpSpPr>
        <p:grpSpPr>
          <a:xfrm>
            <a:off x="326160" y="3704400"/>
            <a:ext cx="1173600" cy="1129680"/>
            <a:chOff x="326160" y="3704400"/>
            <a:chExt cx="1173600" cy="1129680"/>
          </a:xfrm>
        </p:grpSpPr>
        <p:sp>
          <p:nvSpPr>
            <p:cNvPr id="835" name="Google Shape;222;p8"/>
            <p:cNvSpPr/>
            <p:nvPr/>
          </p:nvSpPr>
          <p:spPr>
            <a:xfrm rot="16200000">
              <a:off x="326880" y="477252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6" name="Google Shape;223;p8"/>
            <p:cNvSpPr/>
            <p:nvPr/>
          </p:nvSpPr>
          <p:spPr>
            <a:xfrm rot="16200000">
              <a:off x="327240" y="450648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7" name="Google Shape;224;p8"/>
            <p:cNvSpPr/>
            <p:nvPr/>
          </p:nvSpPr>
          <p:spPr>
            <a:xfrm rot="16200000">
              <a:off x="326520" y="4238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8" name="Google Shape;225;p8"/>
            <p:cNvSpPr/>
            <p:nvPr/>
          </p:nvSpPr>
          <p:spPr>
            <a:xfrm rot="16200000">
              <a:off x="326520" y="3971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9" name="Google Shape;226;p8"/>
            <p:cNvSpPr/>
            <p:nvPr/>
          </p:nvSpPr>
          <p:spPr>
            <a:xfrm rot="16200000">
              <a:off x="327600" y="370512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0" name="Google Shape;227;p8"/>
            <p:cNvSpPr/>
            <p:nvPr/>
          </p:nvSpPr>
          <p:spPr>
            <a:xfrm rot="16200000">
              <a:off x="603360" y="477648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1" name="Google Shape;228;p8"/>
            <p:cNvSpPr/>
            <p:nvPr/>
          </p:nvSpPr>
          <p:spPr>
            <a:xfrm rot="16200000">
              <a:off x="60228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2" name="Google Shape;229;p8"/>
            <p:cNvSpPr/>
            <p:nvPr/>
          </p:nvSpPr>
          <p:spPr>
            <a:xfrm rot="16200000">
              <a:off x="60228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3" name="Google Shape;230;p8"/>
            <p:cNvSpPr/>
            <p:nvPr/>
          </p:nvSpPr>
          <p:spPr>
            <a:xfrm rot="16200000">
              <a:off x="602280" y="3976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4" name="Google Shape;231;p8"/>
            <p:cNvSpPr/>
            <p:nvPr/>
          </p:nvSpPr>
          <p:spPr>
            <a:xfrm rot="16200000">
              <a:off x="60192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5" name="Google Shape;232;p8"/>
            <p:cNvSpPr/>
            <p:nvPr/>
          </p:nvSpPr>
          <p:spPr>
            <a:xfrm rot="16200000">
              <a:off x="88236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6" name="Google Shape;233;p8"/>
            <p:cNvSpPr/>
            <p:nvPr/>
          </p:nvSpPr>
          <p:spPr>
            <a:xfrm rot="16200000">
              <a:off x="88236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7" name="Google Shape;234;p8"/>
            <p:cNvSpPr/>
            <p:nvPr/>
          </p:nvSpPr>
          <p:spPr>
            <a:xfrm rot="16200000">
              <a:off x="88236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8" name="Google Shape;235;p8"/>
            <p:cNvSpPr/>
            <p:nvPr/>
          </p:nvSpPr>
          <p:spPr>
            <a:xfrm rot="16200000">
              <a:off x="88236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9" name="Google Shape;236;p8"/>
            <p:cNvSpPr/>
            <p:nvPr/>
          </p:nvSpPr>
          <p:spPr>
            <a:xfrm rot="16200000">
              <a:off x="88200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0" name="Google Shape;237;p8"/>
            <p:cNvSpPr/>
            <p:nvPr/>
          </p:nvSpPr>
          <p:spPr>
            <a:xfrm rot="16200000">
              <a:off x="1163880" y="477648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1" name="Google Shape;238;p8"/>
            <p:cNvSpPr/>
            <p:nvPr/>
          </p:nvSpPr>
          <p:spPr>
            <a:xfrm rot="16200000">
              <a:off x="1162800" y="45108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2" name="Google Shape;239;p8"/>
            <p:cNvSpPr/>
            <p:nvPr/>
          </p:nvSpPr>
          <p:spPr>
            <a:xfrm rot="16200000">
              <a:off x="1162800" y="4243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3" name="Google Shape;240;p8"/>
            <p:cNvSpPr/>
            <p:nvPr/>
          </p:nvSpPr>
          <p:spPr>
            <a:xfrm rot="16200000">
              <a:off x="1162800" y="397656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4" name="Google Shape;241;p8"/>
            <p:cNvSpPr/>
            <p:nvPr/>
          </p:nvSpPr>
          <p:spPr>
            <a:xfrm rot="16200000">
              <a:off x="1162440" y="370908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5" name="Google Shape;242;p8"/>
            <p:cNvSpPr/>
            <p:nvPr/>
          </p:nvSpPr>
          <p:spPr>
            <a:xfrm rot="16200000">
              <a:off x="1442880" y="477720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6" name="Google Shape;243;p8"/>
            <p:cNvSpPr/>
            <p:nvPr/>
          </p:nvSpPr>
          <p:spPr>
            <a:xfrm rot="16200000">
              <a:off x="1442880" y="45104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7" name="Google Shape;244;p8"/>
            <p:cNvSpPr/>
            <p:nvPr/>
          </p:nvSpPr>
          <p:spPr>
            <a:xfrm rot="16200000">
              <a:off x="1442880" y="4242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8" name="Google Shape;245;p8"/>
            <p:cNvSpPr/>
            <p:nvPr/>
          </p:nvSpPr>
          <p:spPr>
            <a:xfrm rot="16200000">
              <a:off x="1442880" y="397620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9" name="Google Shape;246;p8"/>
            <p:cNvSpPr/>
            <p:nvPr/>
          </p:nvSpPr>
          <p:spPr>
            <a:xfrm rot="16200000">
              <a:off x="1442520" y="370872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60" name="Google Shape;247;p8"/>
          <p:cNvGrpSpPr/>
          <p:nvPr/>
        </p:nvGrpSpPr>
        <p:grpSpPr>
          <a:xfrm>
            <a:off x="7639920" y="326520"/>
            <a:ext cx="1173240" cy="1129680"/>
            <a:chOff x="7639920" y="326520"/>
            <a:chExt cx="1173240" cy="1129680"/>
          </a:xfrm>
        </p:grpSpPr>
        <p:sp>
          <p:nvSpPr>
            <p:cNvPr id="861" name="Google Shape;248;p8"/>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2" name="Google Shape;249;p8"/>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3" name="Google Shape;250;p8"/>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4" name="Google Shape;251;p8"/>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5" name="Google Shape;252;p8"/>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6" name="Google Shape;253;p8"/>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7" name="Google Shape;254;p8"/>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8" name="Google Shape;255;p8"/>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9" name="Google Shape;256;p8"/>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0" name="Google Shape;257;p8"/>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1" name="Google Shape;258;p8"/>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2" name="Google Shape;259;p8"/>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3" name="Google Shape;260;p8"/>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4" name="Google Shape;261;p8"/>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5" name="Google Shape;262;p8"/>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6" name="Google Shape;263;p8"/>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7" name="Google Shape;264;p8"/>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8" name="Google Shape;265;p8"/>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9" name="Google Shape;266;p8"/>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0" name="Google Shape;267;p8"/>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1" name="Google Shape;268;p8"/>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2" name="Google Shape;269;p8"/>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3" name="Google Shape;270;p8"/>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4" name="Google Shape;271;p8"/>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5" name="Google Shape;272;p8"/>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accent1"/>
        </a:solidFill>
      </p:bgPr>
    </p:bg>
    <p:spTree>
      <p:nvGrpSpPr>
        <p:cNvPr id="1" name=""/>
        <p:cNvGrpSpPr/>
        <p:nvPr/>
      </p:nvGrpSpPr>
      <p:grpSpPr>
        <a:xfrm>
          <a:off x="0" y="0"/>
          <a:ext cx="0" cy="0"/>
          <a:chOff x="0" y="0"/>
          <a:chExt cx="0" cy="0"/>
        </a:xfrm>
      </p:grpSpPr>
      <p:sp>
        <p:nvSpPr>
          <p:cNvPr id="886" name="Google Shape;274;p9"/>
          <p:cNvSpPr/>
          <p:nvPr/>
        </p:nvSpPr>
        <p:spPr>
          <a:xfrm>
            <a:off x="73166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887" name="Google Shape;275;p9"/>
          <p:cNvGrpSpPr/>
          <p:nvPr/>
        </p:nvGrpSpPr>
        <p:grpSpPr>
          <a:xfrm>
            <a:off x="7639920" y="326520"/>
            <a:ext cx="1173240" cy="1129680"/>
            <a:chOff x="7639920" y="326520"/>
            <a:chExt cx="1173240" cy="1129680"/>
          </a:xfrm>
        </p:grpSpPr>
        <p:sp>
          <p:nvSpPr>
            <p:cNvPr id="888" name="Google Shape;276;p9"/>
            <p:cNvSpPr/>
            <p:nvPr/>
          </p:nvSpPr>
          <p:spPr>
            <a:xfrm rot="16200000">
              <a:off x="7640640" y="13946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9" name="Google Shape;277;p9"/>
            <p:cNvSpPr/>
            <p:nvPr/>
          </p:nvSpPr>
          <p:spPr>
            <a:xfrm rot="16200000">
              <a:off x="7640640" y="11286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0" name="Google Shape;278;p9"/>
            <p:cNvSpPr/>
            <p:nvPr/>
          </p:nvSpPr>
          <p:spPr>
            <a:xfrm rot="16200000">
              <a:off x="7639920" y="8604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1" name="Google Shape;279;p9"/>
            <p:cNvSpPr/>
            <p:nvPr/>
          </p:nvSpPr>
          <p:spPr>
            <a:xfrm rot="16200000">
              <a:off x="7639920" y="5932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2" name="Google Shape;280;p9"/>
            <p:cNvSpPr/>
            <p:nvPr/>
          </p:nvSpPr>
          <p:spPr>
            <a:xfrm rot="16200000">
              <a:off x="7641000" y="3272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3" name="Google Shape;281;p9"/>
            <p:cNvSpPr/>
            <p:nvPr/>
          </p:nvSpPr>
          <p:spPr>
            <a:xfrm rot="16200000">
              <a:off x="7916760" y="13982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4" name="Google Shape;282;p9"/>
            <p:cNvSpPr/>
            <p:nvPr/>
          </p:nvSpPr>
          <p:spPr>
            <a:xfrm rot="16200000">
              <a:off x="791604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5" name="Google Shape;283;p9"/>
            <p:cNvSpPr/>
            <p:nvPr/>
          </p:nvSpPr>
          <p:spPr>
            <a:xfrm rot="16200000">
              <a:off x="791604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6" name="Google Shape;284;p9"/>
            <p:cNvSpPr/>
            <p:nvPr/>
          </p:nvSpPr>
          <p:spPr>
            <a:xfrm rot="16200000">
              <a:off x="7916040" y="598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7" name="Google Shape;285;p9"/>
            <p:cNvSpPr/>
            <p:nvPr/>
          </p:nvSpPr>
          <p:spPr>
            <a:xfrm rot="16200000">
              <a:off x="791568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8" name="Google Shape;286;p9"/>
            <p:cNvSpPr/>
            <p:nvPr/>
          </p:nvSpPr>
          <p:spPr>
            <a:xfrm rot="16200000">
              <a:off x="819576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9" name="Google Shape;287;p9"/>
            <p:cNvSpPr/>
            <p:nvPr/>
          </p:nvSpPr>
          <p:spPr>
            <a:xfrm rot="16200000">
              <a:off x="81957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0" name="Google Shape;288;p9"/>
            <p:cNvSpPr/>
            <p:nvPr/>
          </p:nvSpPr>
          <p:spPr>
            <a:xfrm rot="16200000">
              <a:off x="81957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1" name="Google Shape;289;p9"/>
            <p:cNvSpPr/>
            <p:nvPr/>
          </p:nvSpPr>
          <p:spPr>
            <a:xfrm rot="16200000">
              <a:off x="81957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2" name="Google Shape;290;p9"/>
            <p:cNvSpPr/>
            <p:nvPr/>
          </p:nvSpPr>
          <p:spPr>
            <a:xfrm rot="16200000">
              <a:off x="81954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3" name="Google Shape;291;p9"/>
            <p:cNvSpPr/>
            <p:nvPr/>
          </p:nvSpPr>
          <p:spPr>
            <a:xfrm rot="16200000">
              <a:off x="8477640" y="13982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4" name="Google Shape;292;p9"/>
            <p:cNvSpPr/>
            <p:nvPr/>
          </p:nvSpPr>
          <p:spPr>
            <a:xfrm rot="16200000">
              <a:off x="8476560" y="11329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5" name="Google Shape;293;p9"/>
            <p:cNvSpPr/>
            <p:nvPr/>
          </p:nvSpPr>
          <p:spPr>
            <a:xfrm rot="16200000">
              <a:off x="8476560" y="865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6" name="Google Shape;294;p9"/>
            <p:cNvSpPr/>
            <p:nvPr/>
          </p:nvSpPr>
          <p:spPr>
            <a:xfrm rot="16200000">
              <a:off x="8476560" y="598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7" name="Google Shape;295;p9"/>
            <p:cNvSpPr/>
            <p:nvPr/>
          </p:nvSpPr>
          <p:spPr>
            <a:xfrm rot="16200000">
              <a:off x="8476200" y="3312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8" name="Google Shape;296;p9"/>
            <p:cNvSpPr/>
            <p:nvPr/>
          </p:nvSpPr>
          <p:spPr>
            <a:xfrm rot="16200000">
              <a:off x="8756280" y="13993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9" name="Google Shape;297;p9"/>
            <p:cNvSpPr/>
            <p:nvPr/>
          </p:nvSpPr>
          <p:spPr>
            <a:xfrm rot="16200000">
              <a:off x="8756280" y="11325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0" name="Google Shape;298;p9"/>
            <p:cNvSpPr/>
            <p:nvPr/>
          </p:nvSpPr>
          <p:spPr>
            <a:xfrm rot="16200000">
              <a:off x="8756280" y="865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1" name="Google Shape;299;p9"/>
            <p:cNvSpPr/>
            <p:nvPr/>
          </p:nvSpPr>
          <p:spPr>
            <a:xfrm rot="16200000">
              <a:off x="8756280" y="598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2" name="Google Shape;300;p9"/>
            <p:cNvSpPr/>
            <p:nvPr/>
          </p:nvSpPr>
          <p:spPr>
            <a:xfrm rot="16200000">
              <a:off x="8755920" y="3308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13" name="PlaceHolder 1"/>
          <p:cNvSpPr>
            <a:spLocks noGrp="1"/>
          </p:cNvSpPr>
          <p:nvPr>
            <p:ph type="title"/>
          </p:nvPr>
        </p:nvSpPr>
        <p:spPr>
          <a:xfrm>
            <a:off x="702000" y="1017360"/>
            <a:ext cx="4565520" cy="1867320"/>
          </a:xfrm>
          <a:prstGeom prst="rect">
            <a:avLst/>
          </a:prstGeom>
          <a:noFill/>
          <a:ln w="0">
            <a:noFill/>
          </a:ln>
        </p:spPr>
        <p:txBody>
          <a:bodyPr lIns="91440" rIns="91440" tIns="91440" bIns="91440" anchor="ctr">
            <a:noAutofit/>
          </a:bodyPr>
          <a:p>
            <a:pPr indent="0">
              <a:buNone/>
            </a:pPr>
            <a:r>
              <a:rPr b="0" lang="fr-FR" sz="4400" strike="noStrike" u="none">
                <a:solidFill>
                  <a:schemeClr val="dk1"/>
                </a:solidFill>
                <a:effectLst/>
                <a:uFillTx/>
                <a:latin typeface="Arial"/>
              </a:rPr>
              <a:t>Click to edit the title text format</a:t>
            </a:r>
            <a:endParaRPr b="0" lang="fr-FR" sz="4400" strike="noStrike" u="none">
              <a:solidFill>
                <a:schemeClr val="dk1"/>
              </a:solidFill>
              <a:effectLst/>
              <a:uFillTx/>
              <a:latin typeface="Arial"/>
            </a:endParaRPr>
          </a:p>
        </p:txBody>
      </p:sp>
      <p:sp>
        <p:nvSpPr>
          <p:cNvPr id="91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_1">
    <p:bg>
      <p:bgPr>
        <a:solidFill>
          <a:schemeClr val="accent1"/>
        </a:solidFill>
      </p:bgPr>
    </p:bg>
    <p:spTree>
      <p:nvGrpSpPr>
        <p:cNvPr id="1" name=""/>
        <p:cNvGrpSpPr/>
        <p:nvPr/>
      </p:nvGrpSpPr>
      <p:grpSpPr>
        <a:xfrm>
          <a:off x="0" y="0"/>
          <a:ext cx="0" cy="0"/>
          <a:chOff x="0" y="0"/>
          <a:chExt cx="0" cy="0"/>
        </a:xfrm>
      </p:grpSpPr>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accent1"/>
        </a:solidFill>
      </p:bgPr>
    </p:bg>
    <p:spTree>
      <p:nvGrpSpPr>
        <p:cNvPr id="1" name=""/>
        <p:cNvGrpSpPr/>
        <p:nvPr/>
      </p:nvGrpSpPr>
      <p:grpSpPr>
        <a:xfrm>
          <a:off x="0" y="0"/>
          <a:ext cx="0" cy="0"/>
          <a:chOff x="0" y="0"/>
          <a:chExt cx="0" cy="0"/>
        </a:xfrm>
      </p:grpSpPr>
      <p:sp>
        <p:nvSpPr>
          <p:cNvPr id="915" name="PlaceHolder 1"/>
          <p:cNvSpPr>
            <a:spLocks noGrp="1"/>
          </p:cNvSpPr>
          <p:nvPr>
            <p:ph type="title"/>
          </p:nvPr>
        </p:nvSpPr>
        <p:spPr>
          <a:xfrm>
            <a:off x="713160" y="3966840"/>
            <a:ext cx="7717320" cy="637560"/>
          </a:xfrm>
          <a:prstGeom prst="rect">
            <a:avLst/>
          </a:prstGeom>
          <a:solidFill>
            <a:schemeClr val="accent3"/>
          </a:solid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
</Relationships>
</file>

<file path=ppt/slideMasters/_rels/slideMaster29.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12080" y="1386720"/>
            <a:ext cx="6195960" cy="1908000"/>
          </a:xfrm>
          <a:prstGeom prst="rect">
            <a:avLst/>
          </a:prstGeom>
          <a:noFill/>
          <a:ln w="0">
            <a:noFill/>
          </a:ln>
        </p:spPr>
        <p:txBody>
          <a:bodyPr lIns="91440" rIns="91440" tIns="91440" bIns="91440" anchor="b">
            <a:noAutofit/>
          </a:bodyPr>
          <a:p>
            <a:pPr indent="0">
              <a:buNone/>
            </a:pPr>
            <a:r>
              <a:rPr b="0" lang="fr-FR" sz="5500" strike="noStrike" u="none">
                <a:solidFill>
                  <a:schemeClr val="dk1"/>
                </a:solidFill>
                <a:effectLst/>
                <a:uFillTx/>
                <a:latin typeface="Arial"/>
              </a:rPr>
              <a:t>Click to edit the title text format</a:t>
            </a:r>
            <a:endParaRPr b="0" lang="fr-FR" sz="5500" strike="noStrike" u="none">
              <a:solidFill>
                <a:schemeClr val="dk1"/>
              </a:solidFill>
              <a:effectLst/>
              <a:uFillTx/>
              <a:latin typeface="Arial"/>
            </a:endParaRPr>
          </a:p>
        </p:txBody>
      </p:sp>
      <p:sp>
        <p:nvSpPr>
          <p:cNvPr id="1" name="Google Shape;11;p2"/>
          <p:cNvSpPr/>
          <p:nvPr/>
        </p:nvSpPr>
        <p:spPr>
          <a:xfrm>
            <a:off x="7316640" y="0"/>
            <a:ext cx="1823400" cy="5143320"/>
          </a:xfrm>
          <a:prstGeom prst="rect">
            <a:avLst/>
          </a:pr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 name="Google Shape;12;p2"/>
          <p:cNvGrpSpPr/>
          <p:nvPr/>
        </p:nvGrpSpPr>
        <p:grpSpPr>
          <a:xfrm>
            <a:off x="6725880" y="1349280"/>
            <a:ext cx="1173600" cy="2461320"/>
            <a:chOff x="6725880" y="1349280"/>
            <a:chExt cx="1173600" cy="2461320"/>
          </a:xfrm>
        </p:grpSpPr>
        <p:grpSp>
          <p:nvGrpSpPr>
            <p:cNvPr id="3" name="Google Shape;13;p2"/>
            <p:cNvGrpSpPr/>
            <p:nvPr/>
          </p:nvGrpSpPr>
          <p:grpSpPr>
            <a:xfrm>
              <a:off x="6725880" y="1349280"/>
              <a:ext cx="1173600" cy="1129680"/>
              <a:chOff x="6725880" y="1349280"/>
              <a:chExt cx="1173600" cy="1129680"/>
            </a:xfrm>
          </p:grpSpPr>
          <p:sp>
            <p:nvSpPr>
              <p:cNvPr id="4" name="Google Shape;14;p2"/>
              <p:cNvSpPr/>
              <p:nvPr/>
            </p:nvSpPr>
            <p:spPr>
              <a:xfrm rot="16200000">
                <a:off x="6726600" y="241740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 name="Google Shape;15;p2"/>
              <p:cNvSpPr/>
              <p:nvPr/>
            </p:nvSpPr>
            <p:spPr>
              <a:xfrm rot="16200000">
                <a:off x="6726600" y="215136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 name="Google Shape;16;p2"/>
              <p:cNvSpPr/>
              <p:nvPr/>
            </p:nvSpPr>
            <p:spPr>
              <a:xfrm rot="16200000">
                <a:off x="6725880" y="188316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 name="Google Shape;17;p2"/>
              <p:cNvSpPr/>
              <p:nvPr/>
            </p:nvSpPr>
            <p:spPr>
              <a:xfrm rot="16200000">
                <a:off x="6725880" y="161604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 name="Google Shape;18;p2"/>
              <p:cNvSpPr/>
              <p:nvPr/>
            </p:nvSpPr>
            <p:spPr>
              <a:xfrm rot="16200000">
                <a:off x="6726960" y="135000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 name="Google Shape;19;p2"/>
              <p:cNvSpPr/>
              <p:nvPr/>
            </p:nvSpPr>
            <p:spPr>
              <a:xfrm rot="16200000">
                <a:off x="7002720" y="242100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 name="Google Shape;20;p2"/>
              <p:cNvSpPr/>
              <p:nvPr/>
            </p:nvSpPr>
            <p:spPr>
              <a:xfrm rot="16200000">
                <a:off x="7002000" y="2155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 name="Google Shape;21;p2"/>
              <p:cNvSpPr/>
              <p:nvPr/>
            </p:nvSpPr>
            <p:spPr>
              <a:xfrm rot="16200000">
                <a:off x="7002000" y="1888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 name="Google Shape;22;p2"/>
              <p:cNvSpPr/>
              <p:nvPr/>
            </p:nvSpPr>
            <p:spPr>
              <a:xfrm rot="16200000">
                <a:off x="7002000" y="16210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 name="Google Shape;23;p2"/>
              <p:cNvSpPr/>
              <p:nvPr/>
            </p:nvSpPr>
            <p:spPr>
              <a:xfrm rot="16200000">
                <a:off x="7001640" y="135396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 name="Google Shape;24;p2"/>
              <p:cNvSpPr/>
              <p:nvPr/>
            </p:nvSpPr>
            <p:spPr>
              <a:xfrm rot="16200000">
                <a:off x="7282080" y="242208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 name="Google Shape;25;p2"/>
              <p:cNvSpPr/>
              <p:nvPr/>
            </p:nvSpPr>
            <p:spPr>
              <a:xfrm rot="16200000">
                <a:off x="7282080" y="2155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 name="Google Shape;26;p2"/>
              <p:cNvSpPr/>
              <p:nvPr/>
            </p:nvSpPr>
            <p:spPr>
              <a:xfrm rot="16200000">
                <a:off x="7282080" y="1888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 name="Google Shape;27;p2"/>
              <p:cNvSpPr/>
              <p:nvPr/>
            </p:nvSpPr>
            <p:spPr>
              <a:xfrm rot="16200000">
                <a:off x="7282080" y="1621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 name="Google Shape;28;p2"/>
              <p:cNvSpPr/>
              <p:nvPr/>
            </p:nvSpPr>
            <p:spPr>
              <a:xfrm rot="16200000">
                <a:off x="7281720" y="135396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 name="Google Shape;29;p2"/>
              <p:cNvSpPr/>
              <p:nvPr/>
            </p:nvSpPr>
            <p:spPr>
              <a:xfrm rot="16200000">
                <a:off x="7563600" y="242100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 name="Google Shape;30;p2"/>
              <p:cNvSpPr/>
              <p:nvPr/>
            </p:nvSpPr>
            <p:spPr>
              <a:xfrm rot="16200000">
                <a:off x="7562520" y="21556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 name="Google Shape;31;p2"/>
              <p:cNvSpPr/>
              <p:nvPr/>
            </p:nvSpPr>
            <p:spPr>
              <a:xfrm rot="16200000">
                <a:off x="7562520" y="188820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 name="Google Shape;32;p2"/>
              <p:cNvSpPr/>
              <p:nvPr/>
            </p:nvSpPr>
            <p:spPr>
              <a:xfrm rot="16200000">
                <a:off x="7562520" y="16214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 name="Google Shape;33;p2"/>
              <p:cNvSpPr/>
              <p:nvPr/>
            </p:nvSpPr>
            <p:spPr>
              <a:xfrm rot="16200000">
                <a:off x="7562160" y="135396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Google Shape;34;p2"/>
              <p:cNvSpPr/>
              <p:nvPr/>
            </p:nvSpPr>
            <p:spPr>
              <a:xfrm rot="16200000">
                <a:off x="7842600" y="242208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 name="Google Shape;35;p2"/>
              <p:cNvSpPr/>
              <p:nvPr/>
            </p:nvSpPr>
            <p:spPr>
              <a:xfrm rot="16200000">
                <a:off x="7842600" y="21553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 name="Google Shape;36;p2"/>
              <p:cNvSpPr/>
              <p:nvPr/>
            </p:nvSpPr>
            <p:spPr>
              <a:xfrm rot="16200000">
                <a:off x="7842600" y="188784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 name="Google Shape;37;p2"/>
              <p:cNvSpPr/>
              <p:nvPr/>
            </p:nvSpPr>
            <p:spPr>
              <a:xfrm rot="16200000">
                <a:off x="7842600" y="16210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 name="Google Shape;38;p2"/>
              <p:cNvSpPr/>
              <p:nvPr/>
            </p:nvSpPr>
            <p:spPr>
              <a:xfrm rot="16200000">
                <a:off x="7842240" y="135360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9" name="Google Shape;39;p2"/>
            <p:cNvGrpSpPr/>
            <p:nvPr/>
          </p:nvGrpSpPr>
          <p:grpSpPr>
            <a:xfrm>
              <a:off x="6725880" y="2680920"/>
              <a:ext cx="1173600" cy="1129680"/>
              <a:chOff x="6725880" y="2680920"/>
              <a:chExt cx="1173600" cy="1129680"/>
            </a:xfrm>
          </p:grpSpPr>
          <p:sp>
            <p:nvSpPr>
              <p:cNvPr id="30" name="Google Shape;40;p2"/>
              <p:cNvSpPr/>
              <p:nvPr/>
            </p:nvSpPr>
            <p:spPr>
              <a:xfrm rot="16200000">
                <a:off x="6726600" y="3749040"/>
                <a:ext cx="51120" cy="52560"/>
              </a:xfrm>
              <a:custGeom>
                <a:avLst/>
                <a:gdLst>
                  <a:gd name="textAreaLeft" fmla="*/ 0 w 51120"/>
                  <a:gd name="textAreaRight" fmla="*/ 51480 w 51120"/>
                  <a:gd name="textAreaTop" fmla="*/ 0 h 52560"/>
                  <a:gd name="textAreaBottom" fmla="*/ 52920 h 52560"/>
                </a:gdLst>
                <a:ahLst/>
                <a:cxnLst/>
                <a:rect l="textAreaLeft" t="textAreaTop" r="textAreaRight" b="textAreaBottom"/>
                <a:pathLst>
                  <a:path w="1604" h="1649">
                    <a:moveTo>
                      <a:pt x="802" y="0"/>
                    </a:moveTo>
                    <a:cubicBezTo>
                      <a:pt x="364" y="15"/>
                      <a:pt x="1" y="378"/>
                      <a:pt x="16" y="832"/>
                    </a:cubicBezTo>
                    <a:cubicBezTo>
                      <a:pt x="1" y="1270"/>
                      <a:pt x="364" y="1633"/>
                      <a:pt x="802" y="1648"/>
                    </a:cubicBezTo>
                    <a:cubicBezTo>
                      <a:pt x="1256" y="1633"/>
                      <a:pt x="1604" y="1270"/>
                      <a:pt x="1589" y="832"/>
                    </a:cubicBezTo>
                    <a:cubicBezTo>
                      <a:pt x="1604" y="378"/>
                      <a:pt x="1256" y="15"/>
                      <a:pt x="802"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 name="Google Shape;41;p2"/>
              <p:cNvSpPr/>
              <p:nvPr/>
            </p:nvSpPr>
            <p:spPr>
              <a:xfrm rot="16200000">
                <a:off x="6726600" y="3483000"/>
                <a:ext cx="50400" cy="50040"/>
              </a:xfrm>
              <a:custGeom>
                <a:avLst/>
                <a:gdLst>
                  <a:gd name="textAreaLeft" fmla="*/ 0 w 50400"/>
                  <a:gd name="textAreaRight" fmla="*/ 50760 w 50400"/>
                  <a:gd name="textAreaTop" fmla="*/ 0 h 50040"/>
                  <a:gd name="textAreaBottom" fmla="*/ 50400 h 50040"/>
                </a:gdLst>
                <a:ahLst/>
                <a:cxnLst/>
                <a:rect l="textAreaLeft" t="textAreaTop" r="textAreaRight" b="textAreaBottom"/>
                <a:pathLst>
                  <a:path w="1589" h="1578">
                    <a:moveTo>
                      <a:pt x="795" y="1"/>
                    </a:moveTo>
                    <a:cubicBezTo>
                      <a:pt x="398" y="1"/>
                      <a:pt x="1" y="265"/>
                      <a:pt x="1" y="795"/>
                    </a:cubicBezTo>
                    <a:cubicBezTo>
                      <a:pt x="1" y="1316"/>
                      <a:pt x="398" y="1577"/>
                      <a:pt x="795" y="1577"/>
                    </a:cubicBezTo>
                    <a:cubicBezTo>
                      <a:pt x="1192" y="1577"/>
                      <a:pt x="1589" y="1316"/>
                      <a:pt x="1589" y="795"/>
                    </a:cubicBezTo>
                    <a:cubicBezTo>
                      <a:pt x="1589" y="265"/>
                      <a:pt x="1192" y="1"/>
                      <a:pt x="795"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 name="Google Shape;42;p2"/>
              <p:cNvSpPr/>
              <p:nvPr/>
            </p:nvSpPr>
            <p:spPr>
              <a:xfrm rot="16200000">
                <a:off x="6725880" y="321480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34" h="1646">
                    <a:moveTo>
                      <a:pt x="817" y="1"/>
                    </a:moveTo>
                    <a:cubicBezTo>
                      <a:pt x="409" y="1"/>
                      <a:pt x="1" y="277"/>
                      <a:pt x="31" y="829"/>
                    </a:cubicBezTo>
                    <a:cubicBezTo>
                      <a:pt x="1" y="1267"/>
                      <a:pt x="364" y="1645"/>
                      <a:pt x="817" y="1645"/>
                    </a:cubicBezTo>
                    <a:cubicBezTo>
                      <a:pt x="1271" y="1645"/>
                      <a:pt x="1619" y="1267"/>
                      <a:pt x="1604" y="829"/>
                    </a:cubicBezTo>
                    <a:cubicBezTo>
                      <a:pt x="1634" y="277"/>
                      <a:pt x="1226" y="1"/>
                      <a:pt x="817"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 name="Google Shape;43;p2"/>
              <p:cNvSpPr/>
              <p:nvPr/>
            </p:nvSpPr>
            <p:spPr>
              <a:xfrm rot="16200000">
                <a:off x="6725880" y="2947680"/>
                <a:ext cx="51840" cy="52200"/>
              </a:xfrm>
              <a:custGeom>
                <a:avLst/>
                <a:gdLst>
                  <a:gd name="textAreaLeft" fmla="*/ 0 w 51840"/>
                  <a:gd name="textAreaRight" fmla="*/ 52200 w 51840"/>
                  <a:gd name="textAreaTop" fmla="*/ 0 h 52200"/>
                  <a:gd name="textAreaBottom" fmla="*/ 52560 h 52200"/>
                </a:gdLst>
                <a:ahLst/>
                <a:cxnLst/>
                <a:rect l="textAreaLeft" t="textAreaTop" r="textAreaRight" b="textAreaBottom"/>
                <a:pathLst>
                  <a:path w="1626" h="1646">
                    <a:moveTo>
                      <a:pt x="815" y="1"/>
                    </a:moveTo>
                    <a:cubicBezTo>
                      <a:pt x="408" y="1"/>
                      <a:pt x="0" y="277"/>
                      <a:pt x="23" y="829"/>
                    </a:cubicBezTo>
                    <a:cubicBezTo>
                      <a:pt x="8" y="1267"/>
                      <a:pt x="371" y="1645"/>
                      <a:pt x="809" y="1645"/>
                    </a:cubicBezTo>
                    <a:cubicBezTo>
                      <a:pt x="1263" y="1645"/>
                      <a:pt x="1626" y="1267"/>
                      <a:pt x="1596" y="829"/>
                    </a:cubicBezTo>
                    <a:cubicBezTo>
                      <a:pt x="1626" y="277"/>
                      <a:pt x="1221" y="1"/>
                      <a:pt x="815"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 name="Google Shape;44;p2"/>
              <p:cNvSpPr/>
              <p:nvPr/>
            </p:nvSpPr>
            <p:spPr>
              <a:xfrm rot="16200000">
                <a:off x="6726960" y="2681640"/>
                <a:ext cx="50040" cy="50040"/>
              </a:xfrm>
              <a:custGeom>
                <a:avLst/>
                <a:gdLst>
                  <a:gd name="textAreaLeft" fmla="*/ 0 w 50040"/>
                  <a:gd name="textAreaRight" fmla="*/ 50400 w 50040"/>
                  <a:gd name="textAreaTop" fmla="*/ 0 h 50040"/>
                  <a:gd name="textAreaBottom" fmla="*/ 50400 h 50040"/>
                </a:gdLst>
                <a:ahLst/>
                <a:cxnLst/>
                <a:rect l="textAreaLeft" t="textAreaTop" r="textAreaRight" b="textAreaBottom"/>
                <a:pathLst>
                  <a:path w="1574" h="1578">
                    <a:moveTo>
                      <a:pt x="787" y="1"/>
                    </a:moveTo>
                    <a:cubicBezTo>
                      <a:pt x="394" y="1"/>
                      <a:pt x="1" y="265"/>
                      <a:pt x="1" y="795"/>
                    </a:cubicBezTo>
                    <a:cubicBezTo>
                      <a:pt x="1" y="1316"/>
                      <a:pt x="394" y="1577"/>
                      <a:pt x="787" y="1577"/>
                    </a:cubicBezTo>
                    <a:cubicBezTo>
                      <a:pt x="1180" y="1577"/>
                      <a:pt x="1574" y="1316"/>
                      <a:pt x="1574" y="795"/>
                    </a:cubicBezTo>
                    <a:cubicBezTo>
                      <a:pt x="1574" y="265"/>
                      <a:pt x="1180" y="1"/>
                      <a:pt x="787"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 name="Google Shape;45;p2"/>
              <p:cNvSpPr/>
              <p:nvPr/>
            </p:nvSpPr>
            <p:spPr>
              <a:xfrm rot="16200000">
                <a:off x="7002720" y="3752640"/>
                <a:ext cx="58680" cy="52920"/>
              </a:xfrm>
              <a:custGeom>
                <a:avLst/>
                <a:gdLst>
                  <a:gd name="textAreaLeft" fmla="*/ 0 w 58680"/>
                  <a:gd name="textAreaRight" fmla="*/ 59040 w 58680"/>
                  <a:gd name="textAreaTop" fmla="*/ 0 h 52920"/>
                  <a:gd name="textAreaBottom" fmla="*/ 53280 h 52920"/>
                </a:gdLst>
                <a:ahLst/>
                <a:cxnLst/>
                <a:rect l="textAreaLeft" t="textAreaTop" r="textAreaRight" b="textAreaBottom"/>
                <a:pathLst>
                  <a:path w="1846" h="1664">
                    <a:moveTo>
                      <a:pt x="1044" y="0"/>
                    </a:moveTo>
                    <a:cubicBezTo>
                      <a:pt x="1" y="61"/>
                      <a:pt x="1" y="1603"/>
                      <a:pt x="1044" y="1663"/>
                    </a:cubicBezTo>
                    <a:cubicBezTo>
                      <a:pt x="1483" y="1648"/>
                      <a:pt x="1846" y="1270"/>
                      <a:pt x="1831" y="832"/>
                    </a:cubicBezTo>
                    <a:cubicBezTo>
                      <a:pt x="1846" y="393"/>
                      <a:pt x="1498" y="15"/>
                      <a:pt x="1044" y="0"/>
                    </a:cubicBezTo>
                    <a:close/>
                  </a:path>
                </a:pathLst>
              </a:custGeom>
              <a:solidFill>
                <a:schemeClr val="accent2"/>
              </a:solidFill>
              <a:ln w="0">
                <a:noFill/>
              </a:ln>
            </p:spPr>
            <p:style>
              <a:lnRef idx="0"/>
              <a:fillRef idx="0"/>
              <a:effectRef idx="0"/>
              <a:fontRef idx="minor"/>
            </p:style>
            <p:txBody>
              <a:bodyPr tIns="26640" bIns="26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 name="Google Shape;46;p2"/>
              <p:cNvSpPr/>
              <p:nvPr/>
            </p:nvSpPr>
            <p:spPr>
              <a:xfrm rot="16200000">
                <a:off x="7002000" y="3487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17"/>
                      <a:pt x="485" y="1331"/>
                    </a:cubicBezTo>
                    <a:cubicBezTo>
                      <a:pt x="642" y="1499"/>
                      <a:pt x="842" y="1574"/>
                      <a:pt x="1040" y="1574"/>
                    </a:cubicBezTo>
                    <a:cubicBezTo>
                      <a:pt x="1432" y="1574"/>
                      <a:pt x="1816" y="1279"/>
                      <a:pt x="1846" y="817"/>
                    </a:cubicBezTo>
                    <a:cubicBezTo>
                      <a:pt x="1846"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 name="Google Shape;47;p2"/>
              <p:cNvSpPr/>
              <p:nvPr/>
            </p:nvSpPr>
            <p:spPr>
              <a:xfrm rot="16200000">
                <a:off x="7002000" y="32198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17"/>
                      <a:pt x="470" y="1331"/>
                    </a:cubicBezTo>
                    <a:cubicBezTo>
                      <a:pt x="632" y="1499"/>
                      <a:pt x="836" y="1574"/>
                      <a:pt x="1035" y="1574"/>
                    </a:cubicBezTo>
                    <a:cubicBezTo>
                      <a:pt x="1430" y="1574"/>
                      <a:pt x="1811" y="1279"/>
                      <a:pt x="1831" y="817"/>
                    </a:cubicBezTo>
                    <a:cubicBezTo>
                      <a:pt x="1846" y="378"/>
                      <a:pt x="1483" y="0"/>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 name="Google Shape;48;p2"/>
              <p:cNvSpPr/>
              <p:nvPr/>
            </p:nvSpPr>
            <p:spPr>
              <a:xfrm rot="16200000">
                <a:off x="7002000" y="29527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1" h="1575">
                    <a:moveTo>
                      <a:pt x="1021" y="0"/>
                    </a:moveTo>
                    <a:cubicBezTo>
                      <a:pt x="352" y="0"/>
                      <a:pt x="0" y="821"/>
                      <a:pt x="480" y="1331"/>
                    </a:cubicBezTo>
                    <a:cubicBezTo>
                      <a:pt x="637" y="1499"/>
                      <a:pt x="837" y="1574"/>
                      <a:pt x="1035" y="1574"/>
                    </a:cubicBezTo>
                    <a:cubicBezTo>
                      <a:pt x="1425" y="1574"/>
                      <a:pt x="1805" y="1279"/>
                      <a:pt x="1826" y="817"/>
                    </a:cubicBezTo>
                    <a:cubicBezTo>
                      <a:pt x="1841" y="378"/>
                      <a:pt x="1493" y="0"/>
                      <a:pt x="1039" y="0"/>
                    </a:cubicBezTo>
                    <a:cubicBezTo>
                      <a:pt x="1033" y="0"/>
                      <a:pt x="1027" y="0"/>
                      <a:pt x="1021"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 name="Google Shape;49;p2"/>
              <p:cNvSpPr/>
              <p:nvPr/>
            </p:nvSpPr>
            <p:spPr>
              <a:xfrm rot="16200000">
                <a:off x="7001640" y="26856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17"/>
                      <a:pt x="485" y="1331"/>
                    </a:cubicBezTo>
                    <a:cubicBezTo>
                      <a:pt x="647" y="1499"/>
                      <a:pt x="851" y="1574"/>
                      <a:pt x="1050" y="1574"/>
                    </a:cubicBezTo>
                    <a:cubicBezTo>
                      <a:pt x="1445" y="1574"/>
                      <a:pt x="1825" y="1279"/>
                      <a:pt x="1846" y="817"/>
                    </a:cubicBezTo>
                    <a:cubicBezTo>
                      <a:pt x="1861" y="378"/>
                      <a:pt x="1498" y="0"/>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 name="Google Shape;50;p2"/>
              <p:cNvSpPr/>
              <p:nvPr/>
            </p:nvSpPr>
            <p:spPr>
              <a:xfrm rot="16200000">
                <a:off x="7282080" y="37537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49">
                    <a:moveTo>
                      <a:pt x="1104" y="0"/>
                    </a:moveTo>
                    <a:cubicBezTo>
                      <a:pt x="0" y="0"/>
                      <a:pt x="0" y="1649"/>
                      <a:pt x="1104" y="1649"/>
                    </a:cubicBezTo>
                    <a:cubicBezTo>
                      <a:pt x="1558" y="1634"/>
                      <a:pt x="1906" y="1271"/>
                      <a:pt x="1891" y="832"/>
                    </a:cubicBezTo>
                    <a:cubicBezTo>
                      <a:pt x="1906" y="378"/>
                      <a:pt x="1558" y="16"/>
                      <a:pt x="1104" y="0"/>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 name="Google Shape;51;p2"/>
              <p:cNvSpPr/>
              <p:nvPr/>
            </p:nvSpPr>
            <p:spPr>
              <a:xfrm rot="16200000">
                <a:off x="7282080" y="3487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0"/>
                    </a:moveTo>
                    <a:cubicBezTo>
                      <a:pt x="364" y="0"/>
                      <a:pt x="1" y="832"/>
                      <a:pt x="485" y="1331"/>
                    </a:cubicBezTo>
                    <a:cubicBezTo>
                      <a:pt x="648" y="1499"/>
                      <a:pt x="852" y="1575"/>
                      <a:pt x="1053" y="1575"/>
                    </a:cubicBezTo>
                    <a:cubicBezTo>
                      <a:pt x="1447" y="1575"/>
                      <a:pt x="1826" y="1283"/>
                      <a:pt x="1846" y="832"/>
                    </a:cubicBezTo>
                    <a:cubicBezTo>
                      <a:pt x="1846"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 name="Google Shape;52;p2"/>
              <p:cNvSpPr/>
              <p:nvPr/>
            </p:nvSpPr>
            <p:spPr>
              <a:xfrm rot="16200000">
                <a:off x="7282080" y="32198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70" y="1331"/>
                    </a:cubicBezTo>
                    <a:cubicBezTo>
                      <a:pt x="633" y="1499"/>
                      <a:pt x="837" y="1575"/>
                      <a:pt x="1038" y="1575"/>
                    </a:cubicBezTo>
                    <a:cubicBezTo>
                      <a:pt x="1432" y="1575"/>
                      <a:pt x="1811" y="1283"/>
                      <a:pt x="1831" y="832"/>
                    </a:cubicBezTo>
                    <a:cubicBezTo>
                      <a:pt x="1846" y="378"/>
                      <a:pt x="1483"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3" name="Google Shape;53;p2"/>
              <p:cNvSpPr/>
              <p:nvPr/>
            </p:nvSpPr>
            <p:spPr>
              <a:xfrm rot="16200000">
                <a:off x="7282080" y="29530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0"/>
                    </a:moveTo>
                    <a:cubicBezTo>
                      <a:pt x="349" y="0"/>
                      <a:pt x="1" y="832"/>
                      <a:pt x="485" y="1331"/>
                    </a:cubicBezTo>
                    <a:cubicBezTo>
                      <a:pt x="643" y="1499"/>
                      <a:pt x="844" y="1575"/>
                      <a:pt x="1042" y="1575"/>
                    </a:cubicBezTo>
                    <a:cubicBezTo>
                      <a:pt x="1432" y="1575"/>
                      <a:pt x="1810" y="1283"/>
                      <a:pt x="1831" y="832"/>
                    </a:cubicBezTo>
                    <a:cubicBezTo>
                      <a:pt x="1846" y="378"/>
                      <a:pt x="1498" y="16"/>
                      <a:pt x="1044"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 name="Google Shape;54;p2"/>
              <p:cNvSpPr/>
              <p:nvPr/>
            </p:nvSpPr>
            <p:spPr>
              <a:xfrm rot="16200000">
                <a:off x="7281720" y="26856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0"/>
                    </a:moveTo>
                    <a:cubicBezTo>
                      <a:pt x="364" y="0"/>
                      <a:pt x="1" y="832"/>
                      <a:pt x="485" y="1331"/>
                    </a:cubicBezTo>
                    <a:cubicBezTo>
                      <a:pt x="648" y="1499"/>
                      <a:pt x="852" y="1575"/>
                      <a:pt x="1053" y="1575"/>
                    </a:cubicBezTo>
                    <a:cubicBezTo>
                      <a:pt x="1447" y="1575"/>
                      <a:pt x="1825" y="1283"/>
                      <a:pt x="1846" y="832"/>
                    </a:cubicBezTo>
                    <a:cubicBezTo>
                      <a:pt x="1861" y="378"/>
                      <a:pt x="1498" y="16"/>
                      <a:pt x="1059" y="0"/>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 name="Google Shape;55;p2"/>
              <p:cNvSpPr/>
              <p:nvPr/>
            </p:nvSpPr>
            <p:spPr>
              <a:xfrm rot="16200000">
                <a:off x="7563600" y="3752640"/>
                <a:ext cx="58680" cy="52560"/>
              </a:xfrm>
              <a:custGeom>
                <a:avLst/>
                <a:gdLst>
                  <a:gd name="textAreaLeft" fmla="*/ 0 w 58680"/>
                  <a:gd name="textAreaRight" fmla="*/ 59040 w 58680"/>
                  <a:gd name="textAreaTop" fmla="*/ 0 h 52560"/>
                  <a:gd name="textAreaBottom" fmla="*/ 52920 h 52560"/>
                </a:gdLst>
                <a:ahLst/>
                <a:cxnLst/>
                <a:rect l="textAreaLeft" t="textAreaTop" r="textAreaRight" b="textAreaBottom"/>
                <a:pathLst>
                  <a:path w="1846" h="1649">
                    <a:moveTo>
                      <a:pt x="1044" y="1"/>
                    </a:moveTo>
                    <a:cubicBezTo>
                      <a:pt x="1" y="46"/>
                      <a:pt x="1" y="1588"/>
                      <a:pt x="1044" y="1649"/>
                    </a:cubicBezTo>
                    <a:cubicBezTo>
                      <a:pt x="1498" y="1634"/>
                      <a:pt x="1846" y="1271"/>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 name="Google Shape;56;p2"/>
              <p:cNvSpPr/>
              <p:nvPr/>
            </p:nvSpPr>
            <p:spPr>
              <a:xfrm rot="16200000">
                <a:off x="7562520" y="348732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59" y="1"/>
                    </a:moveTo>
                    <a:cubicBezTo>
                      <a:pt x="364" y="1"/>
                      <a:pt x="1" y="832"/>
                      <a:pt x="485" y="1331"/>
                    </a:cubicBezTo>
                    <a:cubicBezTo>
                      <a:pt x="642" y="1499"/>
                      <a:pt x="842" y="1574"/>
                      <a:pt x="1040" y="1574"/>
                    </a:cubicBezTo>
                    <a:cubicBezTo>
                      <a:pt x="1432" y="1574"/>
                      <a:pt x="1816" y="1279"/>
                      <a:pt x="1846" y="817"/>
                    </a:cubicBezTo>
                    <a:cubicBezTo>
                      <a:pt x="1846"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 name="Google Shape;57;p2"/>
              <p:cNvSpPr/>
              <p:nvPr/>
            </p:nvSpPr>
            <p:spPr>
              <a:xfrm rot="16200000">
                <a:off x="7562520" y="321984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49" y="1"/>
                      <a:pt x="1" y="832"/>
                      <a:pt x="470" y="1331"/>
                    </a:cubicBezTo>
                    <a:cubicBezTo>
                      <a:pt x="632" y="1499"/>
                      <a:pt x="836" y="1574"/>
                      <a:pt x="1035" y="1574"/>
                    </a:cubicBezTo>
                    <a:cubicBezTo>
                      <a:pt x="1430" y="1574"/>
                      <a:pt x="1811" y="1279"/>
                      <a:pt x="1831" y="817"/>
                    </a:cubicBezTo>
                    <a:cubicBezTo>
                      <a:pt x="1846" y="379"/>
                      <a:pt x="1483"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 name="Google Shape;58;p2"/>
              <p:cNvSpPr/>
              <p:nvPr/>
            </p:nvSpPr>
            <p:spPr>
              <a:xfrm rot="16200000">
                <a:off x="7562520" y="2953080"/>
                <a:ext cx="58680" cy="50040"/>
              </a:xfrm>
              <a:custGeom>
                <a:avLst/>
                <a:gdLst>
                  <a:gd name="textAreaLeft" fmla="*/ 0 w 58680"/>
                  <a:gd name="textAreaRight" fmla="*/ 59040 w 58680"/>
                  <a:gd name="textAreaTop" fmla="*/ 0 h 50040"/>
                  <a:gd name="textAreaBottom" fmla="*/ 50400 h 50040"/>
                </a:gdLst>
                <a:ahLst/>
                <a:cxnLst/>
                <a:rect l="textAreaLeft" t="textAreaTop" r="textAreaRight" b="textAreaBottom"/>
                <a:pathLst>
                  <a:path w="1846" h="1575">
                    <a:moveTo>
                      <a:pt x="1044" y="1"/>
                    </a:moveTo>
                    <a:cubicBezTo>
                      <a:pt x="364" y="1"/>
                      <a:pt x="1" y="817"/>
                      <a:pt x="485" y="1331"/>
                    </a:cubicBezTo>
                    <a:cubicBezTo>
                      <a:pt x="642" y="1499"/>
                      <a:pt x="842" y="1574"/>
                      <a:pt x="1040" y="1574"/>
                    </a:cubicBezTo>
                    <a:cubicBezTo>
                      <a:pt x="1430" y="1574"/>
                      <a:pt x="1810" y="1279"/>
                      <a:pt x="1831" y="817"/>
                    </a:cubicBezTo>
                    <a:cubicBezTo>
                      <a:pt x="1846" y="379"/>
                      <a:pt x="1498" y="1"/>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 name="Google Shape;59;p2"/>
              <p:cNvSpPr/>
              <p:nvPr/>
            </p:nvSpPr>
            <p:spPr>
              <a:xfrm rot="16200000">
                <a:off x="7562160" y="2685600"/>
                <a:ext cx="59400" cy="50040"/>
              </a:xfrm>
              <a:custGeom>
                <a:avLst/>
                <a:gdLst>
                  <a:gd name="textAreaLeft" fmla="*/ 0 w 59400"/>
                  <a:gd name="textAreaRight" fmla="*/ 59760 w 59400"/>
                  <a:gd name="textAreaTop" fmla="*/ 0 h 50040"/>
                  <a:gd name="textAreaBottom" fmla="*/ 50400 h 50040"/>
                </a:gdLst>
                <a:ahLst/>
                <a:cxnLst/>
                <a:rect l="textAreaLeft" t="textAreaTop" r="textAreaRight" b="textAreaBottom"/>
                <a:pathLst>
                  <a:path w="1861" h="1575">
                    <a:moveTo>
                      <a:pt x="1059" y="1"/>
                    </a:moveTo>
                    <a:cubicBezTo>
                      <a:pt x="364" y="1"/>
                      <a:pt x="1" y="832"/>
                      <a:pt x="485" y="1331"/>
                    </a:cubicBezTo>
                    <a:cubicBezTo>
                      <a:pt x="647" y="1499"/>
                      <a:pt x="851" y="1574"/>
                      <a:pt x="1050" y="1574"/>
                    </a:cubicBezTo>
                    <a:cubicBezTo>
                      <a:pt x="1445" y="1574"/>
                      <a:pt x="1825" y="1279"/>
                      <a:pt x="1846" y="817"/>
                    </a:cubicBezTo>
                    <a:cubicBezTo>
                      <a:pt x="1861" y="379"/>
                      <a:pt x="1498" y="1"/>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 name="Google Shape;60;p2"/>
              <p:cNvSpPr/>
              <p:nvPr/>
            </p:nvSpPr>
            <p:spPr>
              <a:xfrm rot="16200000">
                <a:off x="7842600" y="3753720"/>
                <a:ext cx="60840" cy="52560"/>
              </a:xfrm>
              <a:custGeom>
                <a:avLst/>
                <a:gdLst>
                  <a:gd name="textAreaLeft" fmla="*/ 0 w 60840"/>
                  <a:gd name="textAreaRight" fmla="*/ 61200 w 60840"/>
                  <a:gd name="textAreaTop" fmla="*/ 0 h 52560"/>
                  <a:gd name="textAreaBottom" fmla="*/ 52920 h 52560"/>
                </a:gdLst>
                <a:ahLst/>
                <a:cxnLst/>
                <a:rect l="textAreaLeft" t="textAreaTop" r="textAreaRight" b="textAreaBottom"/>
                <a:pathLst>
                  <a:path w="1906" h="1650">
                    <a:moveTo>
                      <a:pt x="1104" y="1"/>
                    </a:moveTo>
                    <a:cubicBezTo>
                      <a:pt x="0" y="1"/>
                      <a:pt x="0" y="1649"/>
                      <a:pt x="1104" y="1649"/>
                    </a:cubicBezTo>
                    <a:cubicBezTo>
                      <a:pt x="1558" y="1649"/>
                      <a:pt x="1906" y="1271"/>
                      <a:pt x="1891" y="833"/>
                    </a:cubicBezTo>
                    <a:cubicBezTo>
                      <a:pt x="1906" y="379"/>
                      <a:pt x="1558" y="16"/>
                      <a:pt x="1104" y="1"/>
                    </a:cubicBezTo>
                    <a:close/>
                  </a:path>
                </a:pathLst>
              </a:custGeom>
              <a:solidFill>
                <a:schemeClr val="accent2"/>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 name="Google Shape;61;p2"/>
              <p:cNvSpPr/>
              <p:nvPr/>
            </p:nvSpPr>
            <p:spPr>
              <a:xfrm rot="16200000">
                <a:off x="7842600" y="348696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59" y="1"/>
                    </a:moveTo>
                    <a:cubicBezTo>
                      <a:pt x="364" y="1"/>
                      <a:pt x="1" y="833"/>
                      <a:pt x="485" y="1332"/>
                    </a:cubicBezTo>
                    <a:cubicBezTo>
                      <a:pt x="650" y="1507"/>
                      <a:pt x="857" y="1585"/>
                      <a:pt x="1059" y="1585"/>
                    </a:cubicBezTo>
                    <a:cubicBezTo>
                      <a:pt x="1451" y="1585"/>
                      <a:pt x="1826" y="1291"/>
                      <a:pt x="1846" y="833"/>
                    </a:cubicBezTo>
                    <a:cubicBezTo>
                      <a:pt x="1846"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 name="Google Shape;62;p2"/>
              <p:cNvSpPr/>
              <p:nvPr/>
            </p:nvSpPr>
            <p:spPr>
              <a:xfrm rot="16200000">
                <a:off x="7842600" y="321948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70" y="1332"/>
                    </a:cubicBezTo>
                    <a:cubicBezTo>
                      <a:pt x="635" y="1507"/>
                      <a:pt x="842" y="1585"/>
                      <a:pt x="1044" y="1585"/>
                    </a:cubicBezTo>
                    <a:cubicBezTo>
                      <a:pt x="1436" y="1585"/>
                      <a:pt x="1811" y="1291"/>
                      <a:pt x="1831" y="833"/>
                    </a:cubicBezTo>
                    <a:cubicBezTo>
                      <a:pt x="1846" y="379"/>
                      <a:pt x="1483"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 name="Google Shape;63;p2"/>
              <p:cNvSpPr/>
              <p:nvPr/>
            </p:nvSpPr>
            <p:spPr>
              <a:xfrm rot="16200000">
                <a:off x="7842600" y="2952720"/>
                <a:ext cx="58680" cy="50400"/>
              </a:xfrm>
              <a:custGeom>
                <a:avLst/>
                <a:gdLst>
                  <a:gd name="textAreaLeft" fmla="*/ 0 w 58680"/>
                  <a:gd name="textAreaRight" fmla="*/ 59040 w 58680"/>
                  <a:gd name="textAreaTop" fmla="*/ 0 h 50400"/>
                  <a:gd name="textAreaBottom" fmla="*/ 50760 h 50400"/>
                </a:gdLst>
                <a:ahLst/>
                <a:cxnLst/>
                <a:rect l="textAreaLeft" t="textAreaTop" r="textAreaRight" b="textAreaBottom"/>
                <a:pathLst>
                  <a:path w="1846" h="1586">
                    <a:moveTo>
                      <a:pt x="1044" y="1"/>
                    </a:moveTo>
                    <a:cubicBezTo>
                      <a:pt x="349" y="1"/>
                      <a:pt x="1" y="833"/>
                      <a:pt x="485" y="1332"/>
                    </a:cubicBezTo>
                    <a:cubicBezTo>
                      <a:pt x="644" y="1507"/>
                      <a:pt x="848" y="1585"/>
                      <a:pt x="1048" y="1585"/>
                    </a:cubicBezTo>
                    <a:cubicBezTo>
                      <a:pt x="1436" y="1585"/>
                      <a:pt x="1811" y="1291"/>
                      <a:pt x="1831" y="833"/>
                    </a:cubicBezTo>
                    <a:cubicBezTo>
                      <a:pt x="1846" y="379"/>
                      <a:pt x="1498" y="16"/>
                      <a:pt x="1044"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 name="Google Shape;64;p2"/>
              <p:cNvSpPr/>
              <p:nvPr/>
            </p:nvSpPr>
            <p:spPr>
              <a:xfrm rot="16200000">
                <a:off x="7842240" y="2685240"/>
                <a:ext cx="59400" cy="50400"/>
              </a:xfrm>
              <a:custGeom>
                <a:avLst/>
                <a:gdLst>
                  <a:gd name="textAreaLeft" fmla="*/ 0 w 59400"/>
                  <a:gd name="textAreaRight" fmla="*/ 59760 w 59400"/>
                  <a:gd name="textAreaTop" fmla="*/ 0 h 50400"/>
                  <a:gd name="textAreaBottom" fmla="*/ 50760 h 50400"/>
                </a:gdLst>
                <a:ahLst/>
                <a:cxnLst/>
                <a:rect l="textAreaLeft" t="textAreaTop" r="textAreaRight" b="textAreaBottom"/>
                <a:pathLst>
                  <a:path w="1861" h="1586">
                    <a:moveTo>
                      <a:pt x="1059" y="1"/>
                    </a:moveTo>
                    <a:cubicBezTo>
                      <a:pt x="364" y="1"/>
                      <a:pt x="1" y="833"/>
                      <a:pt x="485" y="1332"/>
                    </a:cubicBezTo>
                    <a:cubicBezTo>
                      <a:pt x="650" y="1507"/>
                      <a:pt x="857" y="1585"/>
                      <a:pt x="1059" y="1585"/>
                    </a:cubicBezTo>
                    <a:cubicBezTo>
                      <a:pt x="1451" y="1585"/>
                      <a:pt x="1826" y="1291"/>
                      <a:pt x="1846" y="833"/>
                    </a:cubicBezTo>
                    <a:cubicBezTo>
                      <a:pt x="1861" y="379"/>
                      <a:pt x="1498" y="16"/>
                      <a:pt x="1059" y="1"/>
                    </a:cubicBezTo>
                    <a:close/>
                  </a:path>
                </a:pathLst>
              </a:custGeom>
              <a:solidFill>
                <a:schemeClr val="accent2"/>
              </a:solidFill>
              <a:ln w="0">
                <a:noFill/>
              </a:ln>
            </p:spPr>
            <p:style>
              <a:lnRef idx="0"/>
              <a:fillRef idx="0"/>
              <a:effectRef idx="0"/>
              <a:fontRef idx="minor"/>
            </p:style>
            <p:txBody>
              <a:bodyPr tIns="25200" bIns="25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
        <p:nvSpPr>
          <p:cNvPr id="5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2"/>
    <p:sldLayoutId id="2147483678" r:id="rId3"/>
    <p:sldLayoutId id="2147483679" r:id="rId4"/>
  </p:sldLayoutIdLst>
</p:sldMaster>
</file>

<file path=ppt/slideMasters/slideMaster2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e2a47"/>
        </a:solidFill>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6.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1.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1.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title"/>
          </p:nvPr>
        </p:nvSpPr>
        <p:spPr>
          <a:xfrm>
            <a:off x="714240" y="1390680"/>
            <a:ext cx="6200280" cy="1904760"/>
          </a:xfrm>
          <a:prstGeom prst="rect">
            <a:avLst/>
          </a:prstGeom>
          <a:noFill/>
          <a:ln w="0">
            <a:noFill/>
          </a:ln>
        </p:spPr>
        <p:txBody>
          <a:bodyPr lIns="91440" rIns="91440" tIns="91440" bIns="91440" anchor="b">
            <a:normAutofit/>
          </a:bodyPr>
          <a:p>
            <a:pPr indent="0">
              <a:lnSpc>
                <a:spcPct val="100000"/>
              </a:lnSpc>
              <a:buNone/>
              <a:tabLst>
                <a:tab algn="l" pos="0"/>
              </a:tabLst>
            </a:pPr>
            <a:r>
              <a:rPr b="0" lang="en-US" sz="5500" strike="noStrike" u="none">
                <a:solidFill>
                  <a:schemeClr val="accent2"/>
                </a:solidFill>
                <a:effectLst/>
                <a:uFillTx/>
                <a:latin typeface="Paytone One"/>
                <a:ea typeface="Paytone One"/>
              </a:rPr>
              <a:t>Bias in Prompts</a:t>
            </a:r>
            <a:endParaRPr b="0" lang="fr-FR" sz="5500" strike="noStrike" u="none">
              <a:solidFill>
                <a:schemeClr val="dk1"/>
              </a:solidFill>
              <a:effectLst/>
              <a:uFillTx/>
              <a:latin typeface="Arial"/>
            </a:endParaRPr>
          </a:p>
        </p:txBody>
      </p:sp>
      <p:sp>
        <p:nvSpPr>
          <p:cNvPr id="917" name="PlaceHolder 2"/>
          <p:cNvSpPr>
            <a:spLocks noGrp="1"/>
          </p:cNvSpPr>
          <p:nvPr>
            <p:ph type="subTitle"/>
          </p:nvPr>
        </p:nvSpPr>
        <p:spPr>
          <a:xfrm>
            <a:off x="714240" y="3295800"/>
            <a:ext cx="6200280" cy="44748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US" sz="1800" strike="noStrike" u="none">
                <a:solidFill>
                  <a:schemeClr val="accent2"/>
                </a:solidFill>
                <a:effectLst/>
                <a:uFillTx/>
                <a:latin typeface="Questrial"/>
                <a:ea typeface="Questrial"/>
              </a:rPr>
              <a:t>Identifying Bias in Prompt Design for AI Models</a:t>
            </a:r>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8" name="PlaceHolder 1"/>
          <p:cNvSpPr>
            <a:spLocks noGrp="1"/>
          </p:cNvSpPr>
          <p:nvPr>
            <p:ph type="title"/>
          </p:nvPr>
        </p:nvSpPr>
        <p:spPr>
          <a:xfrm>
            <a:off x="704880" y="1019160"/>
            <a:ext cx="4562280" cy="1866600"/>
          </a:xfrm>
          <a:prstGeom prst="rect">
            <a:avLst/>
          </a:prstGeom>
          <a:noFill/>
          <a:ln w="0">
            <a:noFill/>
          </a:ln>
        </p:spPr>
        <p:txBody>
          <a:bodyPr lIns="91440" rIns="91440" tIns="91440" bIns="91440" anchor="ctr">
            <a:normAutofit/>
          </a:bodyPr>
          <a:p>
            <a:pPr indent="0">
              <a:lnSpc>
                <a:spcPct val="100000"/>
              </a:lnSpc>
              <a:buNone/>
              <a:tabLst>
                <a:tab algn="l" pos="0"/>
              </a:tabLst>
            </a:pPr>
            <a:r>
              <a:rPr b="0" lang="en-US" sz="4400" strike="noStrike" u="none">
                <a:solidFill>
                  <a:schemeClr val="accent2"/>
                </a:solidFill>
                <a:effectLst/>
                <a:uFillTx/>
                <a:latin typeface="Paytone One"/>
                <a:ea typeface="Paytone One"/>
              </a:rPr>
              <a:t>Introduction</a:t>
            </a:r>
            <a:endParaRPr b="0" lang="fr-FR" sz="4400" strike="noStrike" u="none">
              <a:solidFill>
                <a:schemeClr val="dk1"/>
              </a:solidFill>
              <a:effectLst/>
              <a:uFillTx/>
              <a:latin typeface="Arial"/>
            </a:endParaRPr>
          </a:p>
        </p:txBody>
      </p:sp>
      <p:sp>
        <p:nvSpPr>
          <p:cNvPr id="919" name="PlaceHolder 2"/>
          <p:cNvSpPr>
            <a:spLocks noGrp="1"/>
          </p:cNvSpPr>
          <p:nvPr>
            <p:ph type="subTitle"/>
          </p:nvPr>
        </p:nvSpPr>
        <p:spPr>
          <a:xfrm>
            <a:off x="704880" y="2886120"/>
            <a:ext cx="4562280" cy="1238040"/>
          </a:xfrm>
          <a:prstGeom prst="rect">
            <a:avLst/>
          </a:prstGeom>
          <a:noFill/>
          <a:ln w="0">
            <a:noFill/>
          </a:ln>
        </p:spPr>
        <p:txBody>
          <a:bodyPr lIns="91440" rIns="91440" tIns="91440" bIns="91440" anchor="t">
            <a:normAutofit fontScale="62500" lnSpcReduction="19999"/>
          </a:bodyPr>
          <a:p>
            <a:pPr indent="0">
              <a:lnSpc>
                <a:spcPct val="150000"/>
              </a:lnSpc>
              <a:buNone/>
              <a:tabLst>
                <a:tab algn="l" pos="0"/>
              </a:tabLst>
            </a:pPr>
            <a:r>
              <a:rPr b="0" lang="en-US" sz="1800" strike="noStrike" u="none">
                <a:solidFill>
                  <a:schemeClr val="accent2"/>
                </a:solidFill>
                <a:effectLst/>
                <a:uFillTx/>
                <a:latin typeface="Questrial"/>
                <a:ea typeface="Questrial"/>
              </a:rPr>
              <a:t>Bias in prompt design can significantly impact AI outputs, leading to skewed or unfair results. Understanding the nature, sources, and effects of bias is crucial to improving AI fairness and accuracy. This presentation explores how to identify bias and mitigate its influence in prompt design practices.</a:t>
            </a:r>
            <a:endParaRPr b="0" lang="en-US" sz="1800" strike="noStrike" u="none">
              <a:solidFill>
                <a:srgbClr val="000000"/>
              </a:solidFill>
              <a:effectLst/>
              <a:uFillTx/>
              <a:latin typeface="OpenSymbol"/>
            </a:endParaRPr>
          </a:p>
        </p:txBody>
      </p:sp>
      <p:sp>
        <p:nvSpPr>
          <p:cNvPr id="920" name="Google Shape;1275;p51"/>
          <p:cNvSpPr/>
          <p:nvPr/>
        </p:nvSpPr>
        <p:spPr>
          <a:xfrm>
            <a:off x="5376240" y="1118880"/>
            <a:ext cx="2830320" cy="2905920"/>
          </a:xfrm>
          <a:prstGeom prst="ellipse">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1" name=""/>
          <p:cNvSpPr/>
          <p:nvPr/>
        </p:nvSpPr>
        <p:spPr>
          <a:xfrm>
            <a:off x="5048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accent2"/>
                </a:solidFill>
                <a:effectLst/>
                <a:uFillTx/>
                <a:latin typeface="Calibri"/>
              </a:rPr>
              <a:t>01</a:t>
            </a:r>
            <a:endParaRPr b="0" lang="en-US" sz="5000" strike="noStrike" u="none">
              <a:solidFill>
                <a:srgbClr val="000000"/>
              </a:solidFill>
              <a:effectLst/>
              <a:uFillTx/>
              <a:latin typeface="OpenSymbol"/>
            </a:endParaRPr>
          </a:p>
        </p:txBody>
      </p:sp>
      <p:sp>
        <p:nvSpPr>
          <p:cNvPr id="922" name=""/>
          <p:cNvSpPr/>
          <p:nvPr/>
        </p:nvSpPr>
        <p:spPr>
          <a:xfrm>
            <a:off x="5048280" y="1428840"/>
            <a:ext cx="361908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000" strike="noStrike" u="none">
                <a:solidFill>
                  <a:schemeClr val="accent2"/>
                </a:solidFill>
                <a:effectLst/>
                <a:uFillTx/>
                <a:latin typeface="Paytone One"/>
              </a:rPr>
              <a:t>Understanding Bias in Prompt Design</a:t>
            </a:r>
            <a:endParaRPr b="0" lang="en-US" sz="4000" strike="noStrike" u="none">
              <a:solidFill>
                <a:srgbClr val="000000"/>
              </a:solidFill>
              <a:effectLst/>
              <a:uFillTx/>
              <a:latin typeface="OpenSymbol"/>
            </a:endParaRPr>
          </a:p>
        </p:txBody>
      </p:sp>
      <p:pic>
        <p:nvPicPr>
          <p:cNvPr id="923" name="image69aa6faf754b1" descr="image69aa6faf754b6"/>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4"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800" strike="noStrike" u="none">
                <a:solidFill>
                  <a:schemeClr val="accent2"/>
                </a:solidFill>
                <a:effectLst/>
                <a:uFillTx/>
                <a:latin typeface="Paytone One"/>
              </a:rPr>
              <a:t>Definition and Types of Bias</a:t>
            </a:r>
            <a:endParaRPr b="0" lang="en-US" sz="2800" strike="noStrike" u="none">
              <a:solidFill>
                <a:srgbClr val="000000"/>
              </a:solidFill>
              <a:effectLst/>
              <a:uFillTx/>
              <a:latin typeface="OpenSymbol"/>
            </a:endParaRPr>
          </a:p>
        </p:txBody>
      </p:sp>
      <p:sp>
        <p:nvSpPr>
          <p:cNvPr id="925"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300" strike="noStrike" u="none">
                <a:solidFill>
                  <a:schemeClr val="accent2"/>
                </a:solidFill>
                <a:effectLst/>
                <a:uFillTx/>
                <a:latin typeface="Questrial"/>
              </a:rPr>
              <a:t>Bias refers to systematic errors or prejudices in AI responses, often reflecting stereotypes or unfair assumptions. Common types include </a:t>
            </a:r>
            <a:r>
              <a:rPr b="0" i="1" lang="en-US" sz="1300" strike="noStrike" u="none">
                <a:solidFill>
                  <a:schemeClr val="accent2"/>
                </a:solidFill>
                <a:effectLst/>
                <a:uFillTx/>
                <a:latin typeface="Questrial"/>
              </a:rPr>
              <a:t>selection bias</a:t>
            </a:r>
            <a:r>
              <a:rPr b="0" lang="en-US" sz="1300" strike="noStrike" u="none">
                <a:solidFill>
                  <a:schemeClr val="accent2"/>
                </a:solidFill>
                <a:effectLst/>
                <a:uFillTx/>
                <a:latin typeface="Questrial"/>
              </a:rPr>
              <a:t>, </a:t>
            </a:r>
            <a:r>
              <a:rPr b="0" i="1" lang="en-US" sz="1300" strike="noStrike" u="none">
                <a:solidFill>
                  <a:schemeClr val="accent2"/>
                </a:solidFill>
                <a:effectLst/>
                <a:uFillTx/>
                <a:latin typeface="Questrial"/>
              </a:rPr>
              <a:t>confirmation bias</a:t>
            </a:r>
            <a:r>
              <a:rPr b="0" lang="en-US" sz="1300" strike="noStrike" u="none">
                <a:solidFill>
                  <a:schemeClr val="accent2"/>
                </a:solidFill>
                <a:effectLst/>
                <a:uFillTx/>
                <a:latin typeface="Questrial"/>
              </a:rPr>
              <a:t>, and </a:t>
            </a:r>
            <a:r>
              <a:rPr b="0" i="1" lang="en-US" sz="1300" strike="noStrike" u="none">
                <a:solidFill>
                  <a:schemeClr val="accent2"/>
                </a:solidFill>
                <a:effectLst/>
                <a:uFillTx/>
                <a:latin typeface="Questrial"/>
              </a:rPr>
              <a:t>representation bias</a:t>
            </a:r>
            <a:r>
              <a:rPr b="0" lang="en-US" sz="1300" strike="noStrike" u="none">
                <a:solidFill>
                  <a:schemeClr val="accent2"/>
                </a:solidFill>
                <a:effectLst/>
                <a:uFillTx/>
                <a:latin typeface="Questrial"/>
              </a:rPr>
              <a:t>. Recognizing these helps ensure prompt design leads to more balanced and objective AI outputs.</a:t>
            </a:r>
            <a:endParaRPr b="0" lang="en-US" sz="13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PlaceHolder 1"/>
          <p:cNvSpPr>
            <a:spLocks noGrp="1"/>
          </p:cNvSpPr>
          <p:nvPr>
            <p:ph type="title"/>
          </p:nvPr>
        </p:nvSpPr>
        <p:spPr>
          <a:xfrm>
            <a:off x="723960" y="44784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0" lang="en-US" sz="2800" strike="noStrike" u="none">
                <a:solidFill>
                  <a:schemeClr val="accent2"/>
                </a:solidFill>
                <a:effectLst/>
                <a:uFillTx/>
                <a:latin typeface="Paytone One"/>
                <a:ea typeface="Paytone One"/>
              </a:rPr>
              <a:t>Sources of Bias in Prompts</a:t>
            </a:r>
            <a:endParaRPr b="0" lang="fr-FR" sz="2800" strike="noStrike" u="none">
              <a:solidFill>
                <a:schemeClr val="dk1"/>
              </a:solidFill>
              <a:effectLst/>
              <a:uFillTx/>
              <a:latin typeface="Arial"/>
            </a:endParaRPr>
          </a:p>
        </p:txBody>
      </p:sp>
      <p:sp>
        <p:nvSpPr>
          <p:cNvPr id="927" name="PlaceHolder 2"/>
          <p:cNvSpPr>
            <a:spLocks noGrp="1"/>
          </p:cNvSpPr>
          <p:nvPr>
            <p:ph/>
          </p:nvPr>
        </p:nvSpPr>
        <p:spPr>
          <a:xfrm>
            <a:off x="1924200" y="1733400"/>
            <a:ext cx="5295600" cy="2142720"/>
          </a:xfrm>
          <a:prstGeom prst="rect">
            <a:avLst/>
          </a:prstGeom>
          <a:noFill/>
          <a:ln w="0">
            <a:noFill/>
          </a:ln>
        </p:spPr>
        <p:txBody>
          <a:bodyPr lIns="91440" rIns="91440" tIns="91440" bIns="91440" anchor="ctr">
            <a:normAutofit/>
          </a:bodyPr>
          <a:p>
            <a:pPr indent="0" algn="ctr">
              <a:lnSpc>
                <a:spcPct val="150000"/>
              </a:lnSpc>
              <a:buNone/>
              <a:tabLst>
                <a:tab algn="l" pos="0"/>
              </a:tabLst>
            </a:pPr>
            <a:r>
              <a:rPr b="0" lang="en-US" sz="1400" strike="noStrike" u="none">
                <a:solidFill>
                  <a:schemeClr val="accent2"/>
                </a:solidFill>
                <a:effectLst/>
                <a:uFillTx/>
                <a:latin typeface="Questrial"/>
                <a:ea typeface="Questrial"/>
              </a:rPr>
              <a:t>Bias can stem from </a:t>
            </a:r>
            <a:r>
              <a:rPr b="0" i="1" lang="en-US" sz="1400" strike="noStrike" u="none">
                <a:solidFill>
                  <a:schemeClr val="accent2"/>
                </a:solidFill>
                <a:effectLst/>
                <a:uFillTx/>
                <a:latin typeface="Questrial"/>
                <a:ea typeface="Questrial"/>
              </a:rPr>
              <a:t>ambiguity</a:t>
            </a:r>
            <a:r>
              <a:rPr b="0" lang="en-US" sz="1400" strike="noStrike" u="none">
                <a:solidFill>
                  <a:schemeClr val="accent2"/>
                </a:solidFill>
                <a:effectLst/>
                <a:uFillTx/>
                <a:latin typeface="Questrial"/>
                <a:ea typeface="Questrial"/>
              </a:rPr>
              <a:t>, </a:t>
            </a:r>
            <a:r>
              <a:rPr b="0" i="1" lang="en-US" sz="1400" strike="noStrike" u="none">
                <a:solidFill>
                  <a:schemeClr val="accent2"/>
                </a:solidFill>
                <a:effectLst/>
                <a:uFillTx/>
                <a:latin typeface="Questrial"/>
                <a:ea typeface="Questrial"/>
              </a:rPr>
              <a:t>leading language</a:t>
            </a:r>
            <a:r>
              <a:rPr b="0" lang="en-US" sz="1400" strike="noStrike" u="none">
                <a:solidFill>
                  <a:schemeClr val="accent2"/>
                </a:solidFill>
                <a:effectLst/>
                <a:uFillTx/>
                <a:latin typeface="Questrial"/>
                <a:ea typeface="Questrial"/>
              </a:rPr>
              <a:t>, or </a:t>
            </a:r>
            <a:r>
              <a:rPr b="0" i="1" lang="en-US" sz="1400" strike="noStrike" u="none">
                <a:solidFill>
                  <a:schemeClr val="accent2"/>
                </a:solidFill>
                <a:effectLst/>
                <a:uFillTx/>
                <a:latin typeface="Questrial"/>
                <a:ea typeface="Questrial"/>
              </a:rPr>
              <a:t>cultural and contextual assumptions</a:t>
            </a:r>
            <a:r>
              <a:rPr b="0" lang="en-US" sz="1400" strike="noStrike" u="none">
                <a:solidFill>
                  <a:schemeClr val="accent2"/>
                </a:solidFill>
                <a:effectLst/>
                <a:uFillTx/>
                <a:latin typeface="Questrial"/>
                <a:ea typeface="Questrial"/>
              </a:rPr>
              <a:t> embedded in prompts. External factors like dataset limitations and designer perspectives also contribute. Identifying these sources is key to creating unbiased, inclusive prompts for reliable AI interaction.</a:t>
            </a:r>
            <a:endParaRPr b="0" lang="fr-FR"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
          <p:cNvSpPr/>
          <p:nvPr/>
        </p:nvSpPr>
        <p:spPr>
          <a:xfrm>
            <a:off x="5048280" y="476280"/>
            <a:ext cx="3619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800" strike="noStrike" u="none">
                <a:solidFill>
                  <a:schemeClr val="accent2"/>
                </a:solidFill>
                <a:effectLst/>
                <a:uFillTx/>
                <a:latin typeface="Paytone One"/>
              </a:rPr>
              <a:t>Impact of Bias on AI Outputs</a:t>
            </a:r>
            <a:endParaRPr b="0" lang="en-US" sz="2800" strike="noStrike" u="none">
              <a:solidFill>
                <a:srgbClr val="000000"/>
              </a:solidFill>
              <a:effectLst/>
              <a:uFillTx/>
              <a:latin typeface="OpenSymbol"/>
            </a:endParaRPr>
          </a:p>
        </p:txBody>
      </p:sp>
      <p:sp>
        <p:nvSpPr>
          <p:cNvPr id="929" name=""/>
          <p:cNvSpPr/>
          <p:nvPr/>
        </p:nvSpPr>
        <p:spPr>
          <a:xfrm>
            <a:off x="5048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300" strike="noStrike" u="none">
                <a:solidFill>
                  <a:schemeClr val="accent2"/>
                </a:solidFill>
                <a:effectLst/>
                <a:uFillTx/>
                <a:latin typeface="Questrial"/>
              </a:rPr>
              <a:t>Bias in prompts can lead to </a:t>
            </a:r>
            <a:r>
              <a:rPr b="1" lang="en-US" sz="1300" strike="noStrike" u="none">
                <a:solidFill>
                  <a:schemeClr val="accent2"/>
                </a:solidFill>
                <a:effectLst/>
                <a:uFillTx/>
                <a:latin typeface="Questrial"/>
              </a:rPr>
              <a:t>distorted or unfair AI responses</a:t>
            </a:r>
            <a:r>
              <a:rPr b="0" lang="en-US" sz="1300" strike="noStrike" u="none">
                <a:solidFill>
                  <a:schemeClr val="accent2"/>
                </a:solidFill>
                <a:effectLst/>
                <a:uFillTx/>
                <a:latin typeface="Questrial"/>
              </a:rPr>
              <a:t>, affecting decision-making and user trust. It may cause exclusion of certain groups or reinforce stereotypes, compromising the AIs reliability. Understanding these impacts highlights the importance of addressing bias proactively to ensure ethical and effective AI applications.</a:t>
            </a:r>
            <a:endParaRPr b="0" lang="en-US" sz="1300" strike="noStrike" u="none">
              <a:solidFill>
                <a:srgbClr val="000000"/>
              </a:solidFill>
              <a:effectLst/>
              <a:uFillTx/>
              <a:latin typeface="OpenSymbol"/>
            </a:endParaRPr>
          </a:p>
        </p:txBody>
      </p:sp>
      <p:pic>
        <p:nvPicPr>
          <p:cNvPr id="930" name="image69aa6faf85b0d" descr="image69aa6faf85b10"/>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1" name=""/>
          <p:cNvSpPr/>
          <p:nvPr/>
        </p:nvSpPr>
        <p:spPr>
          <a:xfrm>
            <a:off x="476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accent2"/>
                </a:solidFill>
                <a:effectLst/>
                <a:uFillTx/>
                <a:latin typeface="Calibri"/>
              </a:rPr>
              <a:t>01</a:t>
            </a:r>
            <a:endParaRPr b="0" lang="en-US" sz="5000" strike="noStrike" u="none">
              <a:solidFill>
                <a:srgbClr val="000000"/>
              </a:solidFill>
              <a:effectLst/>
              <a:uFillTx/>
              <a:latin typeface="OpenSymbol"/>
            </a:endParaRPr>
          </a:p>
        </p:txBody>
      </p:sp>
      <p:sp>
        <p:nvSpPr>
          <p:cNvPr id="932" name=""/>
          <p:cNvSpPr/>
          <p:nvPr/>
        </p:nvSpPr>
        <p:spPr>
          <a:xfrm>
            <a:off x="476280" y="1428840"/>
            <a:ext cx="3619080" cy="142848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4000" strike="noStrike" u="none">
                <a:solidFill>
                  <a:schemeClr val="accent2"/>
                </a:solidFill>
                <a:effectLst/>
                <a:uFillTx/>
                <a:latin typeface="Paytone One"/>
              </a:rPr>
              <a:t>Strategies to Identify and Mitigate Bias</a:t>
            </a:r>
            <a:endParaRPr b="0" lang="en-US" sz="4000" strike="noStrike" u="none">
              <a:solidFill>
                <a:srgbClr val="000000"/>
              </a:solidFill>
              <a:effectLst/>
              <a:uFillTx/>
              <a:latin typeface="OpenSymbol"/>
            </a:endParaRPr>
          </a:p>
        </p:txBody>
      </p:sp>
      <p:pic>
        <p:nvPicPr>
          <p:cNvPr id="933" name="image69aa6faf959ee" descr="image69aa6faf959f2"/>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
          <p:cNvSpPr/>
          <p:nvPr/>
        </p:nvSpPr>
        <p:spPr>
          <a:xfrm>
            <a:off x="476280" y="476280"/>
            <a:ext cx="3619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800" strike="noStrike" u="none">
                <a:solidFill>
                  <a:schemeClr val="accent2"/>
                </a:solidFill>
                <a:effectLst/>
                <a:uFillTx/>
                <a:latin typeface="Paytone One"/>
              </a:rPr>
              <a:t>Techniques for Bias Detection</a:t>
            </a:r>
            <a:endParaRPr b="0" lang="en-US" sz="2800" strike="noStrike" u="none">
              <a:solidFill>
                <a:srgbClr val="000000"/>
              </a:solidFill>
              <a:effectLst/>
              <a:uFillTx/>
              <a:latin typeface="OpenSymbol"/>
            </a:endParaRPr>
          </a:p>
        </p:txBody>
      </p:sp>
      <p:sp>
        <p:nvSpPr>
          <p:cNvPr id="935" name=""/>
          <p:cNvSpPr/>
          <p:nvPr/>
        </p:nvSpPr>
        <p:spPr>
          <a:xfrm>
            <a:off x="476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300" strike="noStrike" u="none">
                <a:solidFill>
                  <a:schemeClr val="accent2"/>
                </a:solidFill>
                <a:effectLst/>
                <a:uFillTx/>
                <a:latin typeface="Questrial"/>
              </a:rPr>
              <a:t>Identifying bias requires thorough review methods such as </a:t>
            </a:r>
            <a:r>
              <a:rPr b="1" lang="en-US" sz="1300" strike="noStrike" u="none">
                <a:solidFill>
                  <a:schemeClr val="accent2"/>
                </a:solidFill>
                <a:effectLst/>
                <a:uFillTx/>
                <a:latin typeface="Questrial"/>
              </a:rPr>
              <a:t>prompt testing across diverse scenarios</a:t>
            </a:r>
            <a:r>
              <a:rPr b="0" lang="en-US" sz="1300" strike="noStrike" u="none">
                <a:solidFill>
                  <a:schemeClr val="accent2"/>
                </a:solidFill>
                <a:effectLst/>
                <a:uFillTx/>
                <a:latin typeface="Questrial"/>
              </a:rPr>
              <a:t>, analyzing output variances, and using audit frameworks. Employing feedback loops with diverse user groups also helps reveal hidden biases and improve prompt design integrity.</a:t>
            </a:r>
            <a:endParaRPr b="0" lang="en-US" sz="1300" strike="noStrike" u="none">
              <a:solidFill>
                <a:srgbClr val="000000"/>
              </a:solidFill>
              <a:effectLst/>
              <a:uFillTx/>
              <a:latin typeface="OpenSymbol"/>
            </a:endParaRPr>
          </a:p>
        </p:txBody>
      </p:sp>
      <p:pic>
        <p:nvPicPr>
          <p:cNvPr id="936" name="image69aa6fafa5b2b" descr="image69aa6fafa5b30"/>
          <p:cNvPicPr/>
          <p:nvPr/>
        </p:nvPicPr>
        <p:blipFill>
          <a:blip r:embed="rId1"/>
          <a:stretch/>
        </p:blipFill>
        <p:spPr>
          <a:xfrm>
            <a:off x="457200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800" strike="noStrike" u="none">
                <a:solidFill>
                  <a:schemeClr val="accent2"/>
                </a:solidFill>
                <a:effectLst/>
                <a:uFillTx/>
                <a:latin typeface="Paytone One"/>
              </a:rPr>
              <a:t>Best Practices in Prompt Formulation</a:t>
            </a:r>
            <a:endParaRPr b="0" lang="en-US" sz="2800" strike="noStrike" u="none">
              <a:solidFill>
                <a:srgbClr val="000000"/>
              </a:solidFill>
              <a:effectLst/>
              <a:uFillTx/>
              <a:latin typeface="OpenSymbol"/>
            </a:endParaRPr>
          </a:p>
        </p:txBody>
      </p:sp>
      <p:sp>
        <p:nvSpPr>
          <p:cNvPr id="938"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300" strike="noStrike" u="none">
                <a:solidFill>
                  <a:schemeClr val="accent2"/>
                </a:solidFill>
                <a:effectLst/>
                <a:uFillTx/>
                <a:latin typeface="Questrial"/>
              </a:rPr>
              <a:t>To reduce bias, use </a:t>
            </a:r>
            <a:r>
              <a:rPr b="0" i="1" lang="en-US" sz="1300" strike="noStrike" u="none">
                <a:solidFill>
                  <a:schemeClr val="accent2"/>
                </a:solidFill>
                <a:effectLst/>
                <a:uFillTx/>
                <a:latin typeface="Questrial"/>
              </a:rPr>
              <a:t>neutral and clear language</a:t>
            </a:r>
            <a:r>
              <a:rPr b="0" lang="en-US" sz="1300" strike="noStrike" u="none">
                <a:solidFill>
                  <a:schemeClr val="accent2"/>
                </a:solidFill>
                <a:effectLst/>
                <a:uFillTx/>
                <a:latin typeface="Questrial"/>
              </a:rPr>
              <a:t>, avoid leading questions, and incorporate diverse perspectives in prompt creation. Regularly revising prompts and combining quantitative and qualitative evaluations ensures more balanced, fair AI outputs.</a:t>
            </a:r>
            <a:endParaRPr b="0" lang="en-US" sz="13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 name="PlaceHolder 1"/>
          <p:cNvSpPr>
            <a:spLocks noGrp="1"/>
          </p:cNvSpPr>
          <p:nvPr>
            <p:ph type="title"/>
          </p:nvPr>
        </p:nvSpPr>
        <p:spPr>
          <a:xfrm>
            <a:off x="723960" y="44784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0" lang="en-US" sz="2800" strike="noStrike" u="none">
                <a:solidFill>
                  <a:schemeClr val="accent2"/>
                </a:solidFill>
                <a:effectLst/>
                <a:uFillTx/>
                <a:latin typeface="Paytone One"/>
                <a:ea typeface="Paytone One"/>
              </a:rPr>
              <a:t>Tools and Resources for Bias Analysis</a:t>
            </a:r>
            <a:endParaRPr b="0" lang="fr-FR" sz="2800" strike="noStrike" u="none">
              <a:solidFill>
                <a:schemeClr val="dk1"/>
              </a:solidFill>
              <a:effectLst/>
              <a:uFillTx/>
              <a:latin typeface="Arial"/>
            </a:endParaRPr>
          </a:p>
        </p:txBody>
      </p:sp>
      <p:sp>
        <p:nvSpPr>
          <p:cNvPr id="940" name="PlaceHolder 2"/>
          <p:cNvSpPr>
            <a:spLocks noGrp="1"/>
          </p:cNvSpPr>
          <p:nvPr>
            <p:ph/>
          </p:nvPr>
        </p:nvSpPr>
        <p:spPr>
          <a:xfrm>
            <a:off x="1924200" y="1733400"/>
            <a:ext cx="5295600" cy="2142720"/>
          </a:xfrm>
          <a:prstGeom prst="rect">
            <a:avLst/>
          </a:prstGeom>
          <a:noFill/>
          <a:ln w="0">
            <a:noFill/>
          </a:ln>
        </p:spPr>
        <p:txBody>
          <a:bodyPr lIns="91440" rIns="91440" tIns="91440" bIns="91440" anchor="ctr">
            <a:normAutofit/>
          </a:bodyPr>
          <a:p>
            <a:pPr indent="0" algn="ctr">
              <a:lnSpc>
                <a:spcPct val="150000"/>
              </a:lnSpc>
              <a:buNone/>
              <a:tabLst>
                <a:tab algn="l" pos="0"/>
              </a:tabLst>
            </a:pPr>
            <a:r>
              <a:rPr b="0" lang="en-US" sz="1400" strike="noStrike" u="none">
                <a:solidFill>
                  <a:schemeClr val="accent2"/>
                </a:solidFill>
                <a:effectLst/>
                <a:uFillTx/>
                <a:latin typeface="Questrial"/>
                <a:ea typeface="Questrial"/>
              </a:rPr>
              <a:t>Effective bias analysis leverages tools like </a:t>
            </a:r>
            <a:r>
              <a:rPr b="1" lang="en-US" sz="1400" strike="noStrike" u="none">
                <a:solidFill>
                  <a:schemeClr val="accent2"/>
                </a:solidFill>
                <a:effectLst/>
                <a:uFillTx/>
                <a:latin typeface="Questrial"/>
                <a:ea typeface="Questrial"/>
              </a:rPr>
              <a:t>AI fairness toolkits</a:t>
            </a:r>
            <a:r>
              <a:rPr b="0" lang="en-US" sz="1400" strike="noStrike" u="none">
                <a:solidFill>
                  <a:schemeClr val="accent2"/>
                </a:solidFill>
                <a:effectLst/>
                <a:uFillTx/>
                <a:latin typeface="Questrial"/>
                <a:ea typeface="Questrial"/>
              </a:rPr>
              <a:t>, anomaly detection software, and linguistic bias checkers. Access to updated datasets and collaboration platforms for sharing best practices further enhances bias identification and mitigation.</a:t>
            </a:r>
            <a:endParaRPr b="0" lang="fr-FR"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1" name="PlaceHolder 1"/>
          <p:cNvSpPr>
            <a:spLocks noGrp="1"/>
          </p:cNvSpPr>
          <p:nvPr>
            <p:ph type="title"/>
          </p:nvPr>
        </p:nvSpPr>
        <p:spPr>
          <a:xfrm>
            <a:off x="723960" y="447840"/>
            <a:ext cx="7705440" cy="571320"/>
          </a:xfrm>
          <a:prstGeom prst="rect">
            <a:avLst/>
          </a:prstGeom>
          <a:noFill/>
          <a:ln w="0">
            <a:noFill/>
          </a:ln>
        </p:spPr>
        <p:txBody>
          <a:bodyPr lIns="91440" rIns="91440" tIns="91440" bIns="91440" anchor="t">
            <a:normAutofit lnSpcReduction="9999"/>
          </a:bodyPr>
          <a:p>
            <a:pPr indent="0" algn="ctr">
              <a:lnSpc>
                <a:spcPct val="100000"/>
              </a:lnSpc>
              <a:buNone/>
              <a:tabLst>
                <a:tab algn="l" pos="0"/>
              </a:tabLst>
            </a:pPr>
            <a:r>
              <a:rPr b="0" lang="en-US" sz="2800" strike="noStrike" u="none">
                <a:solidFill>
                  <a:schemeClr val="accent2"/>
                </a:solidFill>
                <a:effectLst/>
                <a:uFillTx/>
                <a:latin typeface="Paytone One"/>
                <a:ea typeface="Paytone One"/>
              </a:rPr>
              <a:t>Conclusions</a:t>
            </a:r>
            <a:endParaRPr b="0" lang="fr-FR" sz="2800" strike="noStrike" u="none">
              <a:solidFill>
                <a:schemeClr val="dk1"/>
              </a:solidFill>
              <a:effectLst/>
              <a:uFillTx/>
              <a:latin typeface="Arial"/>
            </a:endParaRPr>
          </a:p>
        </p:txBody>
      </p:sp>
      <p:sp>
        <p:nvSpPr>
          <p:cNvPr id="942" name="PlaceHolder 2"/>
          <p:cNvSpPr>
            <a:spLocks noGrp="1"/>
          </p:cNvSpPr>
          <p:nvPr>
            <p:ph/>
          </p:nvPr>
        </p:nvSpPr>
        <p:spPr>
          <a:xfrm>
            <a:off x="1924200" y="1733400"/>
            <a:ext cx="5295600" cy="2142720"/>
          </a:xfrm>
          <a:prstGeom prst="rect">
            <a:avLst/>
          </a:prstGeom>
          <a:noFill/>
          <a:ln w="0">
            <a:noFill/>
          </a:ln>
        </p:spPr>
        <p:txBody>
          <a:bodyPr lIns="91440" rIns="91440" tIns="91440" bIns="91440" anchor="ctr">
            <a:normAutofit/>
          </a:bodyPr>
          <a:p>
            <a:pPr indent="0" algn="ctr">
              <a:lnSpc>
                <a:spcPct val="150000"/>
              </a:lnSpc>
              <a:buNone/>
              <a:tabLst>
                <a:tab algn="l" pos="0"/>
              </a:tabLst>
            </a:pPr>
            <a:r>
              <a:rPr b="0" lang="en-US" sz="1400" strike="noStrike" u="none">
                <a:solidFill>
                  <a:schemeClr val="accent2"/>
                </a:solidFill>
                <a:effectLst/>
                <a:uFillTx/>
                <a:latin typeface="Questrial"/>
                <a:ea typeface="Questrial"/>
              </a:rPr>
              <a:t>Effectively identifying and mitigating bias in prompt design is essential for producing fair and trustworthy AI results. By understanding bias types, utilizing detection techniques, applying best practices, and leveraging appropriate tools, organizations can improve AI reliability and foster ethical AI deployments.</a:t>
            </a:r>
            <a:endParaRPr b="0" lang="fr-FR"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title"/>
          </p:nvPr>
        </p:nvSpPr>
        <p:spPr>
          <a:xfrm>
            <a:off x="723960" y="298080"/>
            <a:ext cx="7705440" cy="1280520"/>
          </a:xfrm>
          <a:prstGeom prst="rect">
            <a:avLst/>
          </a:prstGeom>
          <a:noFill/>
          <a:ln w="0">
            <a:noFill/>
          </a:ln>
        </p:spPr>
        <p:txBody>
          <a:bodyPr lIns="91440" rIns="91440" tIns="91440" bIns="91440" anchor="ctr">
            <a:spAutoFit/>
          </a:bodyPr>
          <a:p>
            <a:pPr indent="0" algn="ctr">
              <a:lnSpc>
                <a:spcPct val="100000"/>
              </a:lnSpc>
              <a:buNone/>
              <a:tabLst>
                <a:tab algn="l" pos="0"/>
              </a:tabLst>
            </a:pPr>
            <a:r>
              <a:rPr b="0" lang="en" sz="7200" strike="noStrike" u="none">
                <a:solidFill>
                  <a:schemeClr val="accent2"/>
                </a:solidFill>
                <a:effectLst/>
                <a:uFillTx/>
                <a:latin typeface="Paytone One"/>
                <a:ea typeface="Paytone One"/>
              </a:rPr>
              <a:t>Thanks</a:t>
            </a:r>
            <a:endParaRPr b="0" lang="fr-FR" sz="7200" strike="noStrike" u="none">
              <a:solidFill>
                <a:schemeClr val="dk1"/>
              </a:solidFill>
              <a:effectLst/>
              <a:uFillTx/>
              <a:latin typeface="Arial"/>
            </a:endParaRPr>
          </a:p>
        </p:txBody>
      </p:sp>
      <p:sp>
        <p:nvSpPr>
          <p:cNvPr id="944" name="PlaceHolder 2"/>
          <p:cNvSpPr>
            <a:spLocks noGrp="1"/>
          </p:cNvSpPr>
          <p:nvPr>
            <p:ph type="subTitle"/>
          </p:nvPr>
        </p:nvSpPr>
        <p:spPr>
          <a:xfrm>
            <a:off x="2638440" y="2085840"/>
            <a:ext cx="3857400" cy="118116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1800" strike="noStrike" u="none">
                <a:solidFill>
                  <a:schemeClr val="accent2"/>
                </a:solidFill>
                <a:effectLst/>
                <a:uFillTx/>
                <a:latin typeface="Questrial"/>
                <a:ea typeface="Questrial"/>
              </a:rPr>
              <a:t>Do you have any questions? youremail@freepik.com </a:t>
            </a:r>
            <a:endParaRPr b="0" lang="en-US" sz="1800" strike="noStrike" u="none">
              <a:solidFill>
                <a:srgbClr val="000000"/>
              </a:solidFill>
              <a:effectLst/>
              <a:uFillTx/>
              <a:latin typeface="OpenSymbol"/>
            </a:endParaRPr>
          </a:p>
          <a:p>
            <a:pPr indent="0" algn="ctr">
              <a:lnSpc>
                <a:spcPct val="100000"/>
              </a:lnSpc>
              <a:buNone/>
              <a:tabLst>
                <a:tab algn="l" pos="0"/>
              </a:tabLst>
            </a:pPr>
            <a:r>
              <a:rPr b="0" lang="en" sz="1800" strike="noStrike" u="none">
                <a:solidFill>
                  <a:schemeClr val="accent2"/>
                </a:solidFill>
                <a:effectLst/>
                <a:uFillTx/>
                <a:latin typeface="Questrial"/>
                <a:ea typeface="Questrial"/>
              </a:rPr>
              <a:t>+91 620 421 838</a:t>
            </a:r>
            <a:endParaRPr b="0" lang="en-US" sz="1800" strike="noStrike" u="none">
              <a:solidFill>
                <a:srgbClr val="000000"/>
              </a:solidFill>
              <a:effectLst/>
              <a:uFillTx/>
              <a:latin typeface="OpenSymbol"/>
            </a:endParaRPr>
          </a:p>
          <a:p>
            <a:pPr indent="0" algn="ctr">
              <a:lnSpc>
                <a:spcPct val="100000"/>
              </a:lnSpc>
              <a:buNone/>
              <a:tabLst>
                <a:tab algn="l" pos="0"/>
              </a:tabLst>
            </a:pPr>
            <a:r>
              <a:rPr b="0" lang="en" sz="1800" strike="noStrike" u="none">
                <a:solidFill>
                  <a:schemeClr val="accent2"/>
                </a:solidFill>
                <a:effectLst/>
                <a:uFillTx/>
                <a:latin typeface="Questrial"/>
                <a:ea typeface="Questrial"/>
              </a:rPr>
              <a:t>yourcompany.com</a:t>
            </a:r>
            <a:endParaRPr b="0" lang="en-US" sz="1800" strike="noStrike" u="none">
              <a:solidFill>
                <a:srgbClr val="000000"/>
              </a:solidFill>
              <a:effectLst/>
              <a:uFillTx/>
              <a:latin typeface="OpenSymbol"/>
            </a:endParaRPr>
          </a:p>
        </p:txBody>
      </p:sp>
      <p:sp>
        <p:nvSpPr>
          <p:cNvPr id="945" name="Google Shape;1329;p55"/>
          <p:cNvSpPr/>
          <p:nvPr/>
        </p:nvSpPr>
        <p:spPr>
          <a:xfrm>
            <a:off x="3029040" y="4400640"/>
            <a:ext cx="3085920" cy="256680"/>
          </a:xfrm>
          <a:prstGeom prst="rect">
            <a:avLst/>
          </a:prstGeom>
          <a:noFill/>
          <a:ln w="0">
            <a:noFill/>
          </a:ln>
        </p:spPr>
        <p:style>
          <a:lnRef idx="0"/>
          <a:fillRef idx="0"/>
          <a:effectRef idx="0"/>
          <a:fontRef idx="minor"/>
        </p:style>
        <p:txBody>
          <a:bodyPr lIns="870823080" rIns="870823080" tIns="-4955400" bIns="-4955400" anchor="t">
            <a:spAutoFit/>
          </a:bodyPr>
          <a:p>
            <a:pPr algn="ctr" defTabSz="914400">
              <a:lnSpc>
                <a:spcPct val="100000"/>
              </a:lnSpc>
              <a:tabLst>
                <a:tab algn="l" pos="0"/>
              </a:tabLst>
            </a:pPr>
            <a:r>
              <a:rPr b="0" lang="en" sz="1800" strike="noStrike" u="none">
                <a:solidFill>
                  <a:schemeClr val="accent2"/>
                </a:solidFill>
                <a:effectLst/>
                <a:uFillTx/>
                <a:latin typeface="Arial"/>
              </a:rPr>
              <a:t>Please keep this slide for attribution</a:t>
            </a:r>
            <a:endParaRPr b="0" lang="en-US" sz="1800" strike="noStrike" u="none">
              <a:solidFill>
                <a:srgbClr val="000000"/>
              </a:solidFill>
              <a:effectLst/>
              <a:uFillTx/>
              <a:latin typeface="OpenSymbol"/>
            </a:endParaRPr>
          </a:p>
        </p:txBody>
      </p:sp>
      <p:grpSp>
        <p:nvGrpSpPr>
          <p:cNvPr id="946" name="Google Shape;1330;p55"/>
          <p:cNvGrpSpPr/>
          <p:nvPr/>
        </p:nvGrpSpPr>
        <p:grpSpPr>
          <a:xfrm>
            <a:off x="3846960" y="1524960"/>
            <a:ext cx="1449720" cy="387360"/>
            <a:chOff x="3846960" y="1524960"/>
            <a:chExt cx="1449720" cy="387360"/>
          </a:xfrm>
        </p:grpSpPr>
        <p:grpSp>
          <p:nvGrpSpPr>
            <p:cNvPr id="947" name="Google Shape;1331;p55"/>
            <p:cNvGrpSpPr/>
            <p:nvPr/>
          </p:nvGrpSpPr>
          <p:grpSpPr>
            <a:xfrm>
              <a:off x="4909320" y="1524960"/>
              <a:ext cx="387360" cy="387360"/>
              <a:chOff x="4909320" y="1524960"/>
              <a:chExt cx="387360" cy="387360"/>
            </a:xfrm>
          </p:grpSpPr>
          <p:sp>
            <p:nvSpPr>
              <p:cNvPr id="948" name="Google Shape;1332;p55"/>
              <p:cNvSpPr/>
              <p:nvPr/>
            </p:nvSpPr>
            <p:spPr>
              <a:xfrm>
                <a:off x="4989600" y="1594080"/>
                <a:ext cx="22320" cy="22320"/>
              </a:xfrm>
              <a:custGeom>
                <a:avLst/>
                <a:gdLst>
                  <a:gd name="textAreaLeft" fmla="*/ 0 w 22320"/>
                  <a:gd name="textAreaRight" fmla="*/ 22680 w 22320"/>
                  <a:gd name="textAreaTop" fmla="*/ 0 h 22320"/>
                  <a:gd name="textAreaBottom" fmla="*/ 22680 h 22320"/>
                </a:gdLst>
                <a:ahLst/>
                <a:cxnLst/>
                <a:rect l="textAreaLeft" t="textAreaTop" r="textAreaRight" b="textAreaBottom"/>
                <a:pathLst>
                  <a:path w="1119" h="1117">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accent2"/>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49" name="Google Shape;1333;p55"/>
              <p:cNvSpPr/>
              <p:nvPr/>
            </p:nvSpPr>
            <p:spPr>
              <a:xfrm>
                <a:off x="4909320" y="1524960"/>
                <a:ext cx="387360" cy="387360"/>
              </a:xfrm>
              <a:custGeom>
                <a:avLst/>
                <a:gdLst>
                  <a:gd name="textAreaLeft" fmla="*/ 0 w 387360"/>
                  <a:gd name="textAreaRight" fmla="*/ 387720 w 387360"/>
                  <a:gd name="textAreaTop" fmla="*/ 0 h 387360"/>
                  <a:gd name="textAreaBottom" fmla="*/ 387720 h 387360"/>
                </a:gdLst>
                <a:ahLst/>
                <a:cxnLst/>
                <a:rect l="textAreaLeft" t="textAreaTop" r="textAreaRight" b="textAreaBottom"/>
                <a:pathLst>
                  <a:path w="19065" h="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0" name="Google Shape;1334;p55"/>
              <p:cNvSpPr/>
              <p:nvPr/>
            </p:nvSpPr>
            <p:spPr>
              <a:xfrm>
                <a:off x="5080320" y="1684440"/>
                <a:ext cx="136080" cy="159120"/>
              </a:xfrm>
              <a:custGeom>
                <a:avLst/>
                <a:gdLst>
                  <a:gd name="textAreaLeft" fmla="*/ 0 w 136080"/>
                  <a:gd name="textAreaRight" fmla="*/ 136440 w 136080"/>
                  <a:gd name="textAreaTop" fmla="*/ 0 h 159120"/>
                  <a:gd name="textAreaBottom" fmla="*/ 159480 h 159120"/>
                </a:gdLst>
                <a:ahLst/>
                <a:cxnLst/>
                <a:rect l="textAreaLeft" t="textAreaTop" r="textAreaRight" b="textAreaBottom"/>
                <a:pathLst>
                  <a:path w="6704" h="7837">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accent2"/>
              </a:solidFill>
              <a:ln w="0">
                <a:noFill/>
              </a:ln>
            </p:spPr>
            <p:style>
              <a:lnRef idx="0"/>
              <a:fillRef idx="0"/>
              <a:effectRef idx="0"/>
              <a:fontRef idx="minor"/>
            </p:style>
            <p:txBody>
              <a:bodyPr tIns="79560" bIns="79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1" name="Google Shape;1335;p55"/>
              <p:cNvSpPr/>
              <p:nvPr/>
            </p:nvSpPr>
            <p:spPr>
              <a:xfrm>
                <a:off x="4989600" y="1684800"/>
                <a:ext cx="22320" cy="158760"/>
              </a:xfrm>
              <a:custGeom>
                <a:avLst/>
                <a:gdLst>
                  <a:gd name="textAreaLeft" fmla="*/ 0 w 22320"/>
                  <a:gd name="textAreaRight" fmla="*/ 22680 w 22320"/>
                  <a:gd name="textAreaTop" fmla="*/ 0 h 158760"/>
                  <a:gd name="textAreaBottom" fmla="*/ 159120 h 158760"/>
                </a:gdLst>
                <a:ahLst/>
                <a:cxnLst/>
                <a:rect l="textAreaLeft" t="textAreaTop" r="textAreaRight" b="textAreaBottom"/>
                <a:pathLst>
                  <a:path w="1119" h="7820">
                    <a:moveTo>
                      <a:pt x="0" y="0"/>
                    </a:moveTo>
                    <a:lnTo>
                      <a:pt x="0" y="7819"/>
                    </a:lnTo>
                    <a:lnTo>
                      <a:pt x="1118" y="7819"/>
                    </a:lnTo>
                    <a:lnTo>
                      <a:pt x="1118" y="0"/>
                    </a:lnTo>
                    <a:close/>
                  </a:path>
                </a:pathLst>
              </a:custGeom>
              <a:solidFill>
                <a:schemeClr val="accent2"/>
              </a:solidFill>
              <a:ln w="0">
                <a:noFill/>
              </a:ln>
            </p:spPr>
            <p:style>
              <a:lnRef idx="0"/>
              <a:fillRef idx="0"/>
              <a:effectRef idx="0"/>
              <a:fontRef idx="minor"/>
            </p:style>
            <p:txBody>
              <a:bodyPr tIns="79560" bIns="79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952" name="Google Shape;1336;p55"/>
            <p:cNvGrpSpPr/>
            <p:nvPr/>
          </p:nvGrpSpPr>
          <p:grpSpPr>
            <a:xfrm>
              <a:off x="3846960" y="1524960"/>
              <a:ext cx="387360" cy="387360"/>
              <a:chOff x="3846960" y="1524960"/>
              <a:chExt cx="387360" cy="387360"/>
            </a:xfrm>
          </p:grpSpPr>
          <p:sp>
            <p:nvSpPr>
              <p:cNvPr id="953" name="Google Shape;1337;p55"/>
              <p:cNvSpPr/>
              <p:nvPr/>
            </p:nvSpPr>
            <p:spPr>
              <a:xfrm>
                <a:off x="4030200" y="1593000"/>
                <a:ext cx="132480" cy="319320"/>
              </a:xfrm>
              <a:custGeom>
                <a:avLst/>
                <a:gdLst>
                  <a:gd name="textAreaLeft" fmla="*/ 0 w 132480"/>
                  <a:gd name="textAreaRight" fmla="*/ 132840 w 132480"/>
                  <a:gd name="textAreaTop" fmla="*/ 0 h 319320"/>
                  <a:gd name="textAreaBottom" fmla="*/ 319680 h 319320"/>
                </a:gdLst>
                <a:ahLst/>
                <a:cxnLst/>
                <a:rect l="textAreaLeft" t="textAreaTop" r="textAreaRight" b="textAreaBottom"/>
                <a:pathLst>
                  <a:path w="6527" h="157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4" name="Google Shape;1338;p55"/>
              <p:cNvSpPr/>
              <p:nvPr/>
            </p:nvSpPr>
            <p:spPr>
              <a:xfrm>
                <a:off x="3846960" y="1524960"/>
                <a:ext cx="387360" cy="387360"/>
              </a:xfrm>
              <a:custGeom>
                <a:avLst/>
                <a:gdLst>
                  <a:gd name="textAreaLeft" fmla="*/ 0 w 387360"/>
                  <a:gd name="textAreaRight" fmla="*/ 387720 w 387360"/>
                  <a:gd name="textAreaTop" fmla="*/ 0 h 387360"/>
                  <a:gd name="textAreaBottom" fmla="*/ 387720 h 387360"/>
                </a:gdLst>
                <a:ahLst/>
                <a:cxnLst/>
                <a:rect l="textAreaLeft" t="textAreaTop" r="textAreaRight" b="textAreaBottom"/>
                <a:pathLst>
                  <a:path w="19066" h="19065">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955" name="Google Shape;1339;p55"/>
            <p:cNvGrpSpPr/>
            <p:nvPr/>
          </p:nvGrpSpPr>
          <p:grpSpPr>
            <a:xfrm>
              <a:off x="4378320" y="1524960"/>
              <a:ext cx="387360" cy="387360"/>
              <a:chOff x="4378320" y="1524960"/>
              <a:chExt cx="387360" cy="387360"/>
            </a:xfrm>
          </p:grpSpPr>
          <p:sp>
            <p:nvSpPr>
              <p:cNvPr id="956" name="Google Shape;1340;p55"/>
              <p:cNvSpPr/>
              <p:nvPr/>
            </p:nvSpPr>
            <p:spPr>
              <a:xfrm>
                <a:off x="4447080" y="1594080"/>
                <a:ext cx="249480" cy="249480"/>
              </a:xfrm>
              <a:custGeom>
                <a:avLst/>
                <a:gdLst>
                  <a:gd name="textAreaLeft" fmla="*/ 0 w 249480"/>
                  <a:gd name="textAreaRight" fmla="*/ 249840 w 249480"/>
                  <a:gd name="textAreaTop" fmla="*/ 0 h 249480"/>
                  <a:gd name="textAreaBottom" fmla="*/ 249840 h 249480"/>
                </a:gdLst>
                <a:ahLst/>
                <a:cxn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7" name="Google Shape;1341;p55"/>
              <p:cNvSpPr/>
              <p:nvPr/>
            </p:nvSpPr>
            <p:spPr>
              <a:xfrm>
                <a:off x="4515120" y="1662120"/>
                <a:ext cx="113400" cy="113040"/>
              </a:xfrm>
              <a:custGeom>
                <a:avLst/>
                <a:gdLst>
                  <a:gd name="textAreaLeft" fmla="*/ 0 w 113400"/>
                  <a:gd name="textAreaRight" fmla="*/ 113760 w 113400"/>
                  <a:gd name="textAreaTop" fmla="*/ 0 h 113040"/>
                  <a:gd name="textAreaBottom" fmla="*/ 113400 h 113040"/>
                </a:gdLst>
                <a:ahLst/>
                <a:cxn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accent2"/>
              </a:solidFill>
              <a:ln w="0">
                <a:noFill/>
              </a:ln>
            </p:spPr>
            <p:style>
              <a:lnRef idx="0"/>
              <a:fillRef idx="0"/>
              <a:effectRef idx="0"/>
              <a:fontRef idx="minor"/>
            </p:style>
            <p:txBody>
              <a:bodyPr tIns="56520" bIns="56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8" name="Google Shape;1342;p55"/>
              <p:cNvSpPr/>
              <p:nvPr/>
            </p:nvSpPr>
            <p:spPr>
              <a:xfrm>
                <a:off x="4378320" y="1524960"/>
                <a:ext cx="387360" cy="387360"/>
              </a:xfrm>
              <a:custGeom>
                <a:avLst/>
                <a:gdLst>
                  <a:gd name="textAreaLeft" fmla="*/ 0 w 387360"/>
                  <a:gd name="textAreaRight" fmla="*/ 387720 w 387360"/>
                  <a:gd name="textAreaTop" fmla="*/ 0 h 387360"/>
                  <a:gd name="textAreaBottom" fmla="*/ 387720 h 387360"/>
                </a:gdLst>
                <a:ahLst/>
                <a:cxnLst/>
                <a:rect l="textAreaLeft" t="textAreaTop" r="textAreaRight" b="textAreaBottom"/>
                <a:pathLst>
                  <a:path w="19064" h="19065">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accen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inimalist Thesis Defense by Slidesgo">
  <a:themeElements>
    <a:clrScheme name="Simple Light">
      <a:dk1>
        <a:srgbClr val="191919"/>
      </a:dk1>
      <a:lt1>
        <a:srgbClr val="ffffff"/>
      </a:lt1>
      <a:dk2>
        <a:srgbClr val="595959"/>
      </a:dk2>
      <a:lt2>
        <a:srgbClr val="eeeeee"/>
      </a:lt2>
      <a:accent1>
        <a:srgbClr val="f9d4d0"/>
      </a:accent1>
      <a:accent2>
        <a:srgbClr val="ea5458"/>
      </a:accent2>
      <a:accent3>
        <a:srgbClr val="fef2f0"/>
      </a:accent3>
      <a:accent4>
        <a:srgbClr val="ffffff"/>
      </a:accent4>
      <a:accent5>
        <a:srgbClr val="f9d4d0"/>
      </a:accent5>
      <a:accent6>
        <a:srgbClr val="ea5458"/>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Minimalist Thesis Defense by Slidesgo">
  <a:themeElements>
    <a:clrScheme name="Simple Light">
      <a:dk1>
        <a:srgbClr val="191919"/>
      </a:dk1>
      <a:lt1>
        <a:srgbClr val="ffffff"/>
      </a:lt1>
      <a:dk2>
        <a:srgbClr val="595959"/>
      </a:dk2>
      <a:lt2>
        <a:srgbClr val="eeeeee"/>
      </a:lt2>
      <a:accent1>
        <a:srgbClr val="f9d4d0"/>
      </a:accent1>
      <a:accent2>
        <a:srgbClr val="ea5458"/>
      </a:accent2>
      <a:accent3>
        <a:srgbClr val="fef2f0"/>
      </a:accent3>
      <a:accent4>
        <a:srgbClr val="ffffff"/>
      </a:accent4>
      <a:accent5>
        <a:srgbClr val="f9d4d0"/>
      </a:accent5>
      <a:accent6>
        <a:srgbClr val="ea5458"/>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Minimalist Thesis Defense by Slidesgo">
  <a:themeElements>
    <a:clrScheme name="Simple Light">
      <a:dk1>
        <a:srgbClr val="191919"/>
      </a:dk1>
      <a:lt1>
        <a:srgbClr val="ffffff"/>
      </a:lt1>
      <a:dk2>
        <a:srgbClr val="595959"/>
      </a:dk2>
      <a:lt2>
        <a:srgbClr val="eeeeee"/>
      </a:lt2>
      <a:accent1>
        <a:srgbClr val="f9d4d0"/>
      </a:accent1>
      <a:accent2>
        <a:srgbClr val="ea5458"/>
      </a:accent2>
      <a:accent3>
        <a:srgbClr val="fef2f0"/>
      </a:accent3>
      <a:accent4>
        <a:srgbClr val="ffffff"/>
      </a:accent4>
      <a:accent5>
        <a:srgbClr val="f9d4d0"/>
      </a:accent5>
      <a:accent6>
        <a:srgbClr val="ea5458"/>
      </a:accent6>
      <a:hlink>
        <a:srgbClr val="191919"/>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2026-03-06T06:09:42Z</dcterms:created>
  <dc:creator>Unknown Creator</dc:creator>
  <dc:description/>
  <dc:language>en-US</dc:language>
  <cp:lastModifiedBy>Unknown Creator</cp:lastModifiedBy>
  <dcterms:modified xsi:type="dcterms:W3CDTF">2026-03-06T06:09:42Z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